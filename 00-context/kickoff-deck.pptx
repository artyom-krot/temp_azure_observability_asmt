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media/image1.svg" ContentType="image/svg+xml"/>
  <Override PartName="/ppt/media/image15.svg" ContentType="image/svg+xml"/>
  <Override PartName="/ppt/media/image16.svg" ContentType="image/svg+xml"/>
  <Override PartName="/ppt/media/image19.svg" ContentType="image/svg+xml"/>
  <Override PartName="/ppt/media/image20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20"/>
  </p:notesMasterIdLst>
  <p:sldIdLst>
    <p:sldId id="2147483150" r:id="rId28"/>
    <p:sldId id="2147483151" r:id="rId29"/>
    <p:sldId id="2147483152" r:id="rId30"/>
    <p:sldId id="2147483153" r:id="rId31"/>
    <p:sldId id="2147483154" r:id="rId32"/>
    <p:sldId id="2147483155" r:id="rId33"/>
    <p:sldId id="2147483156" r:id="rId34"/>
    <p:sldId id="2147483157" r:id="rId35"/>
    <p:sldId id="2147483158" r:id="rId36"/>
    <p:sldId id="2147483159" r:id="rId37"/>
    <p:sldId id="2147483160" r:id="rId38"/>
    <p:sldId id="2147483161" r:id="rId39"/>
    <p:sldId id="2147483162" r:id="rId40"/>
    <p:sldId id="2147483163" r:id="rId41"/>
    <p:sldId id="2147483164" r:id="rId42"/>
    <p:sldId id="2147483165" r:id="rId43"/>
    <p:sldId id="2147483166" r:id="rId44"/>
    <p:sldId id="2147483167" r:id="rId45"/>
    <p:sldId id="2147483168" r:id="rId46"/>
    <p:sldId id="214748316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72AF08-7D12-3DB3-8709-6E356809D415}" name="Sebastien Benoit-Latour" initials="SB" userId="S::Sebastien_Benoit-Latour@epam.com::8278a309-c5a0-4e70-aee7-34c988f8ac48" providerId="AD"/>
  <p188:author id="{8444BF0E-9A23-9B7D-3B34-77F1E5DAE44B}" name="Nick Biagioni" initials="" userId="S::Nick_Biagioni@epam.com::5f80ae04-8649-4d33-934d-cd3332b9b025" providerId="AD"/>
  <p188:author id="{A8E71133-33A8-D4C5-C4AC-2CF4B6169B3F}" name="Hugo McConnell" initials="HM" userId="S::hugo_mcconnell@epam.com::337d9ff3-0e87-4b94-9f19-c18a023d2981" providerId="AD"/>
  <p188:author id="{AF45E540-7E8E-2F0C-F2F3-B9040E3311AE}" name="Hugo McConnell" initials="HM" userId="S::Hugo_Mcconnell@epam.com::337d9ff3-0e87-4b94-9f19-c18a023d2981" providerId="AD"/>
  <p188:author id="{31731642-6591-F3BE-DC99-80C591A54C94}" name="Oleksii Suriadnyi" initials="OS" userId="S::oleksii_suriadnyi@epam.com::b9d5068d-cf1d-44cf-ae62-bd5f590300a4" providerId="AD"/>
  <p188:author id="{9333DB43-BDCE-5469-3EDF-3B33722153CB}" name="Vadzim Kavalkou" initials="" userId="S::Vadzim_Kavalkou@epam.com::8194ce89-a1b8-4085-ac61-5cb1d006f201" providerId="AD"/>
  <p188:author id="{FD4C1957-053C-76E0-49C8-4D14419B0934}" name="Alexander Shvarz" initials="" userId="S::Alexander_Shvarz@epam.com::73ff183a-e58d-4fb7-9e72-ea21e01ffc2d" providerId="AD"/>
  <p188:author id="{CB034565-F04A-12E5-0628-90366A65E9AB}" name="Chetan Gopal" initials="" userId="S::chetan_gopal@epam.com::c17741b6-2de4-495a-864f-1d96a038e205" providerId="AD"/>
  <p188:author id="{4A57F767-ABF2-40B3-089F-2EB0E0484642}" name="Mayank Vaish" initials="MV" userId="S::mayank_vaish@epam.com::4b523efa-9bd9-4969-b752-ef7b2e210326" providerId="AD"/>
  <p188:author id="{A176816E-04FF-4370-479A-48D80813ACB6}" name="Oleksii Suriadnyi" initials="OS" userId="S::Oleksii_Suriadnyi@epam.com::b9d5068d-cf1d-44cf-ae62-bd5f590300a4" providerId="AD"/>
  <p188:author id="{7E821772-ED4C-EC5C-5752-57140E2D05A3}" name="Marton Legeny" initials="" userId="S::Marton_Legeny@epam.com::53a87c0a-0ae4-4984-8535-83165b8a2121" providerId="AD"/>
  <p188:author id="{1DDD3673-E5F1-0147-CD8E-AC90408E770B}" name="Ekaterina Pipchenko" initials="EP" userId="S::Ekaterina_Pipchenko@epam.com::f0a387e0-b24f-49f6-94a2-908cd0e6c2b5" providerId="AD"/>
  <p188:author id="{D4B06088-DDCF-4369-98C9-AD3092CB8667}" name="Vasantha Nagamuthu" initials="VN" userId="S::vasantha_nagamuthu@epam.com::9c33a5cd-6bd3-48d5-bbd4-cc82318e899d" providerId="AD"/>
  <p188:author id="{F6B1CF89-DA73-E4AF-C06A-E4E49DE1349C}" name="Yury Krasnouski" initials="YK" userId="S::yury_krasnouski@epam.com::60a12171-9735-4445-99b9-6bccf90c9108" providerId="AD"/>
  <p188:author id="{CD9F6192-27A7-A3DC-D548-0D30BF9A76B6}" name="Ihar Bylitski" initials="IB" userId="S::Ihar_Bylitski@epam.com::287581ac-19fc-46cc-827b-72b2b840c24d" providerId="AD"/>
  <p188:author id="{3ECEE1A0-5061-1629-F794-86C30346A333}" name="Kyrylo Savin" initials="" userId="S::kyrylo_savin@epam.com::27648aca-27b4-4eb3-950f-966ca447993b" providerId="AD"/>
  <p188:author id="{64F7D6A1-15CF-B307-C14D-05B0A1CD6712}" name="Mark Sarraju" initials="MS" userId="S::Mark_Sarraju@epam.com::be14230a-0807-443f-b230-57b69eb606dc" providerId="AD"/>
  <p188:author id="{161E03B2-6131-4661-8E4A-60318350FB99}" name="Tim McCrudden" initials="TM" userId="S::Tim_Mccrudden@epam.com::4a21da33-ad6d-4e0c-8971-2a7eb3fc69de" providerId="AD"/>
  <p188:author id="{F0B1F9B7-2BDE-7140-246C-1429E7FA1F40}" name="Kabir Chugh" initials="KC" userId="S::Kabir_Chugh@epam.com::92ab980d-a5c2-4bb9-8245-97a9df28d17b" providerId="AD"/>
  <p188:author id="{FCDF9BB8-6F9E-4AED-63C6-79A7890860B4}" name="Krishna Chaudhary" initials="KC" userId="S::Krishna_Chaudhary@epam.com::9a9d8556-3652-44d5-8ed0-a45468df671e" providerId="AD"/>
  <p188:author id="{FD50F8BC-29F7-F868-242A-1C45463F8307}" name="Asitkumar Kabi" initials="AK" userId="S::asitkumar_kabi@epam.com::698d7292-78eb-4f8d-9a93-3b3af86395c0" providerId="AD"/>
  <p188:author id="{3A086EC0-2904-FCAC-258D-54CBB3352C12}" name="Krishna Chaudhary" initials="KC" userId="S::krishna_chaudhary@epam.com::9a9d8556-3652-44d5-8ed0-a45468df671e" providerId="AD"/>
  <p188:author id="{C23BF7C2-A96E-66B2-6927-DFE4C9C2DC6D}" name="Ilya Kuntsevich" initials="IK" userId="S::Ilya_Kuntsevich@epam.com::4b08c8ea-d17c-4e46-8121-414ff6f5a239" providerId="AD"/>
  <p188:author id="{A15B14C6-A029-FC81-DC8B-1FDFE197F2C2}" name="Aritra Majumdar" initials="" userId="S::Aritra_Majumdar@epam.com::c62a5275-b5ad-4a80-bc57-5d7a4302ae13" providerId="AD"/>
  <p188:author id="{D24526C6-0BC2-5CC8-FFB6-7808CDB90339}" name="Aliaksandr Antonau" initials="" userId="S::Aliaksandr_Antonau@epam.com::f03918b9-2538-4154-b043-6531405e30c9" providerId="AD"/>
  <p188:author id="{E69F2FC6-7771-BB7B-FFC3-7FF80F02A218}" name="Dzmitry Chapko" initials="DC" userId="S::dzmitry_chapko@epam.com::2e66157c-b037-4965-8a82-a45d8c6690ac" providerId="AD"/>
  <p188:author id="{966608CC-E1D9-8654-4529-134E01B8B10B}" name="Mithun Devarajulu" initials="" userId="S::mithun_devarajulu@epam.com::7eabf2f4-f1ed-4bb7-b37c-5d2dabce32c9" providerId="AD"/>
  <p188:author id="{680AEFD1-BC38-1A94-5E9D-B9824054FBBA}" name="Kyrylo Savin" initials="" userId="S::Kyrylo_Savin@epam.com::27648aca-27b4-4eb3-950f-966ca447993b" providerId="AD"/>
  <p188:author id="{8A569FD9-0A1E-339E-39CE-66F8B7491395}" name="Vijay Joshi1" initials="VJ" userId="S::Vijay_Joshi1@epam.com::bb2b33b4-63a6-412f-a36f-1eae0162199c" providerId="AD"/>
  <p188:author id="{6CAC24DD-09B6-8B80-98C1-3D06A60BB47D}" name="Senthil Kumar Dakshinamoorthy" initials="SD" userId="S::senthilkumar_dakshinamoorthy@epam.com::51d03e75-7bb5-4c14-b54c-6bbee80841f2" providerId="AD"/>
  <p188:author id="{4B8630DD-2437-B797-FADF-65AC992D6E73}" name="Kabir Chugh" initials="KC" userId="S::kabir_chugh@epam.com::92ab980d-a5c2-4bb9-8245-97a9df28d17b" providerId="AD"/>
  <p188:author id="{3A0593E6-EAAC-3427-4B47-8DD4A686D715}" name="Charuta Deshpande" initials="CD" userId="S::charuta_deshpande@epam.com::0ab3f259-73ee-4e62-8abc-2de4a36e6d61" providerId="AD"/>
  <p188:author id="{EB407AF4-E774-5A17-9E2C-B1CC3537EADE}" name="Roman Novykov" initials="" userId="S::Roman_Novykov@epam.com::2bf45670-0d24-4f70-93d8-15616b2a8b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E1E8"/>
    <a:srgbClr val="E6EAFA"/>
    <a:srgbClr val="EEF1FC"/>
    <a:srgbClr val="FCFCFE"/>
    <a:srgbClr val="D93C27"/>
    <a:srgbClr val="A27B00"/>
    <a:srgbClr val="0E1D2A"/>
    <a:srgbClr val="FFFFFF"/>
    <a:srgbClr val="D9D9D9"/>
    <a:srgbClr val="CC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F82AE-26D5-A54B-BE01-132DFD978C32}" v="3" dt="2026-08-28T09:44:41.9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8"/>
    <p:restoredTop sz="90822"/>
  </p:normalViewPr>
  <p:slideViewPr>
    <p:cSldViewPr snapToGrid="0">
      <p:cViewPr varScale="1">
        <p:scale>
          <a:sx n="115" d="100"/>
          <a:sy n="115" d="100"/>
        </p:scale>
        <p:origin x="1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microsoft.com/office/2015/10/relationships/revisionInfo" Target="revisionInfo.xml"/><Relationship Id="rId27" Type="http://schemas.microsoft.com/office/2018/10/relationships/authors" Target="authors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iom Krot" userId="a99dca91-0c43-4629-8c55-f9311ea96081" providerId="ADAL" clId="{CF5E8F80-5829-59AB-9611-92B45E5DBCAF}"/>
    <pc:docChg chg="custSel addSld modSld">
      <pc:chgData name="Artsiom Krot" userId="a99dca91-0c43-4629-8c55-f9311ea96081" providerId="ADAL" clId="{CF5E8F80-5829-59AB-9611-92B45E5DBCAF}" dt="2026-08-28T09:44:49.427" v="90" actId="6549"/>
      <pc:docMkLst>
        <pc:docMk/>
      </pc:docMkLst>
      <pc:sldChg chg="modSp mod">
        <pc:chgData name="Artsiom Krot" userId="a99dca91-0c43-4629-8c55-f9311ea96081" providerId="ADAL" clId="{CF5E8F80-5829-59AB-9611-92B45E5DBCAF}" dt="2026-08-28T09:42:54.143" v="59" actId="20577"/>
        <pc:sldMkLst>
          <pc:docMk/>
          <pc:sldMk cId="1725513122" sldId="5535"/>
        </pc:sldMkLst>
        <pc:spChg chg="mod">
          <ac:chgData name="Artsiom Krot" userId="a99dca91-0c43-4629-8c55-f9311ea96081" providerId="ADAL" clId="{CF5E8F80-5829-59AB-9611-92B45E5DBCAF}" dt="2026-08-28T09:42:46.760" v="52" actId="20577"/>
          <ac:spMkLst>
            <pc:docMk/>
            <pc:sldMk cId="1725513122" sldId="5535"/>
            <ac:spMk id="3" creationId="{D73625B8-21AA-F5D0-C9FE-8839D9D5EE56}"/>
          </ac:spMkLst>
        </pc:spChg>
        <pc:spChg chg="mod">
          <ac:chgData name="Artsiom Krot" userId="a99dca91-0c43-4629-8c55-f9311ea96081" providerId="ADAL" clId="{CF5E8F80-5829-59AB-9611-92B45E5DBCAF}" dt="2026-08-28T09:42:54.143" v="59" actId="20577"/>
          <ac:spMkLst>
            <pc:docMk/>
            <pc:sldMk cId="1725513122" sldId="5535"/>
            <ac:spMk id="7" creationId="{F6278395-4905-4E70-9D4F-ABD0B528BD42}"/>
          </ac:spMkLst>
        </pc:spChg>
      </pc:sldChg>
      <pc:sldChg chg="modSp mod">
        <pc:chgData name="Artsiom Krot" userId="a99dca91-0c43-4629-8c55-f9311ea96081" providerId="ADAL" clId="{CF5E8F80-5829-59AB-9611-92B45E5DBCAF}" dt="2026-08-28T09:43:33.461" v="72" actId="20577"/>
        <pc:sldMkLst>
          <pc:docMk/>
          <pc:sldMk cId="1328080999" sldId="2147483094"/>
        </pc:sldMkLst>
        <pc:spChg chg="mod">
          <ac:chgData name="Artsiom Krot" userId="a99dca91-0c43-4629-8c55-f9311ea96081" providerId="ADAL" clId="{CF5E8F80-5829-59AB-9611-92B45E5DBCAF}" dt="2026-08-28T09:43:33.461" v="72" actId="20577"/>
          <ac:spMkLst>
            <pc:docMk/>
            <pc:sldMk cId="1328080999" sldId="2147483094"/>
            <ac:spMk id="5" creationId="{C334FC97-5043-4B02-94BC-589A16D6AA89}"/>
          </ac:spMkLst>
        </pc:spChg>
      </pc:sldChg>
      <pc:sldChg chg="modSp mod">
        <pc:chgData name="Artsiom Krot" userId="a99dca91-0c43-4629-8c55-f9311ea96081" providerId="ADAL" clId="{CF5E8F80-5829-59AB-9611-92B45E5DBCAF}" dt="2026-08-28T09:43:07.292" v="61" actId="20577"/>
        <pc:sldMkLst>
          <pc:docMk/>
          <pc:sldMk cId="2861452695" sldId="2147483134"/>
        </pc:sldMkLst>
        <pc:spChg chg="mod">
          <ac:chgData name="Artsiom Krot" userId="a99dca91-0c43-4629-8c55-f9311ea96081" providerId="ADAL" clId="{CF5E8F80-5829-59AB-9611-92B45E5DBCAF}" dt="2026-08-28T09:43:05.128" v="60" actId="20577"/>
          <ac:spMkLst>
            <pc:docMk/>
            <pc:sldMk cId="2861452695" sldId="2147483134"/>
            <ac:spMk id="2" creationId="{28D454CF-ABFF-EFEE-449C-4704FC136F59}"/>
          </ac:spMkLst>
        </pc:spChg>
        <pc:spChg chg="mod">
          <ac:chgData name="Artsiom Krot" userId="a99dca91-0c43-4629-8c55-f9311ea96081" providerId="ADAL" clId="{CF5E8F80-5829-59AB-9611-92B45E5DBCAF}" dt="2026-08-28T09:43:07.292" v="61" actId="20577"/>
          <ac:spMkLst>
            <pc:docMk/>
            <pc:sldMk cId="2861452695" sldId="2147483134"/>
            <ac:spMk id="3" creationId="{5319320F-6EE7-AA45-9EEA-8D02CDBE2DA2}"/>
          </ac:spMkLst>
        </pc:spChg>
      </pc:sldChg>
      <pc:sldChg chg="modSp mod">
        <pc:chgData name="Artsiom Krot" userId="a99dca91-0c43-4629-8c55-f9311ea96081" providerId="ADAL" clId="{CF5E8F80-5829-59AB-9611-92B45E5DBCAF}" dt="2026-08-28T09:43:28.230" v="71" actId="20577"/>
        <pc:sldMkLst>
          <pc:docMk/>
          <pc:sldMk cId="1919854900" sldId="2147483135"/>
        </pc:sldMkLst>
        <pc:graphicFrameChg chg="modGraphic">
          <ac:chgData name="Artsiom Krot" userId="a99dca91-0c43-4629-8c55-f9311ea96081" providerId="ADAL" clId="{CF5E8F80-5829-59AB-9611-92B45E5DBCAF}" dt="2026-08-28T09:43:28.230" v="71" actId="20577"/>
          <ac:graphicFrameMkLst>
            <pc:docMk/>
            <pc:sldMk cId="1919854900" sldId="2147483135"/>
            <ac:graphicFrameMk id="3" creationId="{7DC9C438-7F68-A485-8657-BFC6DB1A78D6}"/>
          </ac:graphicFrameMkLst>
        </pc:graphicFrameChg>
      </pc:sldChg>
      <pc:sldChg chg="delSp modSp mod">
        <pc:chgData name="Artsiom Krot" userId="a99dca91-0c43-4629-8c55-f9311ea96081" providerId="ADAL" clId="{CF5E8F80-5829-59AB-9611-92B45E5DBCAF}" dt="2026-08-28T09:43:48.457" v="80" actId="478"/>
        <pc:sldMkLst>
          <pc:docMk/>
          <pc:sldMk cId="3444682106" sldId="2147483136"/>
        </pc:sldMkLst>
        <pc:spChg chg="del">
          <ac:chgData name="Artsiom Krot" userId="a99dca91-0c43-4629-8c55-f9311ea96081" providerId="ADAL" clId="{CF5E8F80-5829-59AB-9611-92B45E5DBCAF}" dt="2026-08-28T09:43:48.457" v="80" actId="478"/>
          <ac:spMkLst>
            <pc:docMk/>
            <pc:sldMk cId="3444682106" sldId="2147483136"/>
            <ac:spMk id="2" creationId="{655AA6B5-B150-ADF8-7BE8-96EAC42D61C0}"/>
          </ac:spMkLst>
        </pc:spChg>
        <pc:spChg chg="del">
          <ac:chgData name="Artsiom Krot" userId="a99dca91-0c43-4629-8c55-f9311ea96081" providerId="ADAL" clId="{CF5E8F80-5829-59AB-9611-92B45E5DBCAF}" dt="2026-08-28T09:43:44.350" v="78" actId="478"/>
          <ac:spMkLst>
            <pc:docMk/>
            <pc:sldMk cId="3444682106" sldId="2147483136"/>
            <ac:spMk id="3" creationId="{5ABFFB1E-2C0A-10EB-9F3B-2F0A27CF8FA0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4" creationId="{C4C22E9D-C4B0-86BD-E9CA-D5BCBFD197B1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7" creationId="{651119C4-AC77-5E0F-F2E6-5E04338437AE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0" creationId="{C31C8AE4-67CD-AD6A-9464-05BB579343E6}"/>
          </ac:spMkLst>
        </pc:spChg>
        <pc:spChg chg="del">
          <ac:chgData name="Artsiom Krot" userId="a99dca91-0c43-4629-8c55-f9311ea96081" providerId="ADAL" clId="{CF5E8F80-5829-59AB-9611-92B45E5DBCAF}" dt="2026-08-28T09:43:42.284" v="77" actId="478"/>
          <ac:spMkLst>
            <pc:docMk/>
            <pc:sldMk cId="3444682106" sldId="2147483136"/>
            <ac:spMk id="12" creationId="{0D5174F2-F89C-297B-BACC-A02B1AFB4941}"/>
          </ac:spMkLst>
        </pc:spChg>
        <pc:spChg chg="del mod">
          <ac:chgData name="Artsiom Krot" userId="a99dca91-0c43-4629-8c55-f9311ea96081" providerId="ADAL" clId="{CF5E8F80-5829-59AB-9611-92B45E5DBCAF}" dt="2026-08-28T09:43:45.490" v="79" actId="478"/>
          <ac:spMkLst>
            <pc:docMk/>
            <pc:sldMk cId="3444682106" sldId="2147483136"/>
            <ac:spMk id="13" creationId="{D68626A9-D4A6-4F15-856B-13A85D103EC5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4" creationId="{23CB3C82-7578-054A-C37D-A7481F04CFA6}"/>
          </ac:spMkLst>
        </pc:spChg>
        <pc:spChg chg="del">
          <ac:chgData name="Artsiom Krot" userId="a99dca91-0c43-4629-8c55-f9311ea96081" providerId="ADAL" clId="{CF5E8F80-5829-59AB-9611-92B45E5DBCAF}" dt="2026-08-28T09:43:39.521" v="74" actId="478"/>
          <ac:spMkLst>
            <pc:docMk/>
            <pc:sldMk cId="3444682106" sldId="2147483136"/>
            <ac:spMk id="15" creationId="{62786161-9DD2-3C1D-E8F4-EB918E2E9644}"/>
          </ac:spMkLst>
        </pc:sp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9" creationId="{8AC23FAB-2F07-B1FE-65A1-1B6FD9F48294}"/>
          </ac:picMkLst>
        </pc:pic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17" creationId="{33A96409-D807-471E-B62A-1FBEFE802FCC}"/>
          </ac:picMkLst>
        </pc:picChg>
        <pc:picChg chg="del">
          <ac:chgData name="Artsiom Krot" userId="a99dca91-0c43-4629-8c55-f9311ea96081" providerId="ADAL" clId="{CF5E8F80-5829-59AB-9611-92B45E5DBCAF}" dt="2026-08-28T09:43:39.521" v="74" actId="478"/>
          <ac:picMkLst>
            <pc:docMk/>
            <pc:sldMk cId="3444682106" sldId="2147483136"/>
            <ac:picMk id="19" creationId="{544E814E-4780-5F87-2C0B-53C4F77AD765}"/>
          </ac:picMkLst>
        </pc:picChg>
        <pc:picChg chg="del">
          <ac:chgData name="Artsiom Krot" userId="a99dca91-0c43-4629-8c55-f9311ea96081" providerId="ADAL" clId="{CF5E8F80-5829-59AB-9611-92B45E5DBCAF}" dt="2026-08-28T09:43:37.076" v="73" actId="478"/>
          <ac:picMkLst>
            <pc:docMk/>
            <pc:sldMk cId="3444682106" sldId="2147483136"/>
            <ac:picMk id="21" creationId="{8D43E5F7-C9EB-CA71-C385-A4460FFD4074}"/>
          </ac:picMkLst>
        </pc:picChg>
        <pc:picChg chg="del">
          <ac:chgData name="Artsiom Krot" userId="a99dca91-0c43-4629-8c55-f9311ea96081" providerId="ADAL" clId="{CF5E8F80-5829-59AB-9611-92B45E5DBCAF}" dt="2026-08-28T09:43:41.450" v="76" actId="478"/>
          <ac:picMkLst>
            <pc:docMk/>
            <pc:sldMk cId="3444682106" sldId="2147483136"/>
            <ac:picMk id="1026" creationId="{ADB166EC-7687-19EF-E4BB-6F57EAFCD70E}"/>
          </ac:picMkLst>
        </pc:picChg>
      </pc:sldChg>
      <pc:sldChg chg="addSp delSp modSp mod">
        <pc:chgData name="Artsiom Krot" userId="a99dca91-0c43-4629-8c55-f9311ea96081" providerId="ADAL" clId="{CF5E8F80-5829-59AB-9611-92B45E5DBCAF}" dt="2026-08-28T09:44:04.126" v="84" actId="478"/>
        <pc:sldMkLst>
          <pc:docMk/>
          <pc:sldMk cId="740049012" sldId="2147483138"/>
        </pc:sldMkLst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3" creationId="{736FAE4B-76C2-887F-A8C3-1D3735E8C82F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4" creationId="{366C42F2-93CF-C5B1-7505-1EDE08B4EB7C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5" creationId="{6D1BE486-D302-EB23-2AA5-74AEF90491A5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6" creationId="{499319FC-EC9F-DE6C-7ACA-68F9C417ACA9}"/>
          </ac:spMkLst>
        </pc:spChg>
        <pc:spChg chg="del mod">
          <ac:chgData name="Artsiom Krot" userId="a99dca91-0c43-4629-8c55-f9311ea96081" providerId="ADAL" clId="{CF5E8F80-5829-59AB-9611-92B45E5DBCAF}" dt="2026-08-28T09:43:58.800" v="82" actId="478"/>
          <ac:spMkLst>
            <pc:docMk/>
            <pc:sldMk cId="740049012" sldId="2147483138"/>
            <ac:spMk id="8" creationId="{B00E06F0-3E87-B18E-8483-EF7CDD81E7FB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0" creationId="{111F70A3-2665-1B80-46B7-9953AB935297}"/>
          </ac:spMkLst>
        </pc:spChg>
        <pc:spChg chg="add del mod">
          <ac:chgData name="Artsiom Krot" userId="a99dca91-0c43-4629-8c55-f9311ea96081" providerId="ADAL" clId="{CF5E8F80-5829-59AB-9611-92B45E5DBCAF}" dt="2026-08-28T09:44:02.006" v="83" actId="478"/>
          <ac:spMkLst>
            <pc:docMk/>
            <pc:sldMk cId="740049012" sldId="2147483138"/>
            <ac:spMk id="16" creationId="{1A4F81CD-0C1C-DB48-5A48-9FC52A7AD623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7" creationId="{C4BB0062-8A7E-01FF-7BED-85E9CB1BAFF9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19" creationId="{44B647CC-8079-B1AB-41A2-7EA7B3D57D29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5" creationId="{DD1BD194-E090-A261-44B3-E33EEEC7C78C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7" creationId="{7F21C386-633A-68F1-F596-9C27B5E245F5}"/>
          </ac:spMkLst>
        </pc:spChg>
        <pc:spChg chg="del">
          <ac:chgData name="Artsiom Krot" userId="a99dca91-0c43-4629-8c55-f9311ea96081" providerId="ADAL" clId="{CF5E8F80-5829-59AB-9611-92B45E5DBCAF}" dt="2026-08-28T09:44:04.126" v="84" actId="478"/>
          <ac:spMkLst>
            <pc:docMk/>
            <pc:sldMk cId="740049012" sldId="2147483138"/>
            <ac:spMk id="28" creationId="{B1D34802-0F00-DBB5-BCDF-D8F1CA87BD23}"/>
          </ac:spMkLst>
        </pc:spChg>
      </pc:sldChg>
      <pc:sldChg chg="delSp modSp mod">
        <pc:chgData name="Artsiom Krot" userId="a99dca91-0c43-4629-8c55-f9311ea96081" providerId="ADAL" clId="{CF5E8F80-5829-59AB-9611-92B45E5DBCAF}" dt="2026-08-28T09:43:14.691" v="64"/>
        <pc:sldMkLst>
          <pc:docMk/>
          <pc:sldMk cId="796382893" sldId="2147483139"/>
        </pc:sldMkLst>
        <pc:spChg chg="del mod">
          <ac:chgData name="Artsiom Krot" userId="a99dca91-0c43-4629-8c55-f9311ea96081" providerId="ADAL" clId="{CF5E8F80-5829-59AB-9611-92B45E5DBCAF}" dt="2026-08-28T09:43:14.691" v="64"/>
          <ac:spMkLst>
            <pc:docMk/>
            <pc:sldMk cId="796382893" sldId="2147483139"/>
            <ac:spMk id="2" creationId="{3AF08D19-E112-E25A-18B4-8AADFF0F82F4}"/>
          </ac:spMkLst>
        </pc:spChg>
      </pc:sldChg>
      <pc:sldChg chg="delSp modSp mod">
        <pc:chgData name="Artsiom Krot" userId="a99dca91-0c43-4629-8c55-f9311ea96081" providerId="ADAL" clId="{CF5E8F80-5829-59AB-9611-92B45E5DBCAF}" dt="2026-08-28T09:44:14.572" v="87"/>
        <pc:sldMkLst>
          <pc:docMk/>
          <pc:sldMk cId="2268092325" sldId="2147483140"/>
        </pc:sldMkLst>
        <pc:spChg chg="del mod">
          <ac:chgData name="Artsiom Krot" userId="a99dca91-0c43-4629-8c55-f9311ea96081" providerId="ADAL" clId="{CF5E8F80-5829-59AB-9611-92B45E5DBCAF}" dt="2026-08-28T09:44:14.572" v="87"/>
          <ac:spMkLst>
            <pc:docMk/>
            <pc:sldMk cId="2268092325" sldId="2147483140"/>
            <ac:spMk id="3" creationId="{410A99B3-68D8-3941-42EF-93DE4231545C}"/>
          </ac:spMkLst>
        </pc:spChg>
      </pc:sldChg>
      <pc:sldChg chg="add">
        <pc:chgData name="Artsiom Krot" userId="a99dca91-0c43-4629-8c55-f9311ea96081" providerId="ADAL" clId="{CF5E8F80-5829-59AB-9611-92B45E5DBCAF}" dt="2026-08-28T09:44:35.404" v="88"/>
        <pc:sldMkLst>
          <pc:docMk/>
          <pc:sldMk cId="4165149861" sldId="2147483146"/>
        </pc:sldMkLst>
      </pc:sldChg>
      <pc:sldChg chg="modSp add mod">
        <pc:chgData name="Artsiom Krot" userId="a99dca91-0c43-4629-8c55-f9311ea96081" providerId="ADAL" clId="{CF5E8F80-5829-59AB-9611-92B45E5DBCAF}" dt="2026-08-28T09:44:49.427" v="90" actId="6549"/>
        <pc:sldMkLst>
          <pc:docMk/>
          <pc:sldMk cId="1963830652" sldId="2147483149"/>
        </pc:sldMkLst>
        <pc:graphicFrameChg chg="modGraphic">
          <ac:chgData name="Artsiom Krot" userId="a99dca91-0c43-4629-8c55-f9311ea96081" providerId="ADAL" clId="{CF5E8F80-5829-59AB-9611-92B45E5DBCAF}" dt="2026-08-28T09:44:49.427" v="90" actId="6549"/>
          <ac:graphicFrameMkLst>
            <pc:docMk/>
            <pc:sldMk cId="1963830652" sldId="2147483149"/>
            <ac:graphicFrameMk id="7" creationId="{A37511A4-5299-9C6F-EF05-5C6A7550EC06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D0E44-0337-4727-A33E-7CC0A595101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AD262-2830-4995-A4A3-FC1EEDEB1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33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19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emf"/><Relationship Id="rId4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right light in the dark&#10;&#10;Description automatically generated with medium confidence">
            <a:extLst>
              <a:ext uri="{FF2B5EF4-FFF2-40B4-BE49-F238E27FC236}">
                <a16:creationId xmlns:a16="http://schemas.microsoft.com/office/drawing/2014/main" id="{292D94B7-0233-C940-0B7E-BB187340B7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8AADE-3723-5675-1E93-91E2083DA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20841-C9E1-4289-E94E-04CC0C8D6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1E233166-418F-6386-079E-CEDA3BF9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AC7376-20F0-E0B1-E7D5-414FC5DC35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7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BD2E969-F100-6B32-8DFD-11A45E5E43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6489700" cy="27699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B491-F517-CB8D-96B1-B02A50D723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30FF820-B532-1296-E817-DF961B67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7843822" cy="2462213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8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54D4BD-6E7A-841D-F70C-31FAEF56C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37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0094E5E-6EFF-CE7E-D775-2FA95EEE2F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5309027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E632B84-D810-D682-26F1-538579099E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530902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200" b="1" spc="400" baseline="0" dirty="0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>
                <a:effectLst/>
              </a:rPr>
              <a:t>JANUARY 2023</a:t>
            </a:r>
            <a:endParaRPr lang="en-US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7E6BD730-15BB-8DAE-B807-85A733E0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696496"/>
            <a:ext cx="5311637" cy="184665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29A6F-36FA-05D5-E223-1581D31CE2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414" y="740715"/>
            <a:ext cx="1226857" cy="4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618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1087827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2C7208-C4AB-4962-96F0-F897DFFC37C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DCFC83-97AB-BE40-9059-9CE8B2021737}"/>
              </a:ext>
            </a:extLst>
          </p:cNvPr>
          <p:cNvSpPr txBox="1"/>
          <p:nvPr userDrawn="1"/>
        </p:nvSpPr>
        <p:spPr>
          <a:xfrm>
            <a:off x="10505872" y="6406591"/>
            <a:ext cx="939818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solidFill>
                  <a:schemeClr val="bg1"/>
                </a:solidFill>
              </a:rPr>
              <a:t>CONFIDENTIAL. Copyright ©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E04C751-FBC9-3B46-AAD4-46BD8DFA5D3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7B4F039-C58D-468E-394C-C92CD517A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Contents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BDF361-F375-D313-8D06-BDA2782784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4216" y="152141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BC6E842-5D88-CC5C-F1DA-808D61BEE7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4216" y="22144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D37A923-9C8E-6CA3-1F51-1680DBD253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4216" y="289739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DB5EB1A-8556-A82E-AC69-301BA431D9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4216" y="3590458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11E3B50A-6363-7824-DFC1-3035609DF6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4216" y="4273364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13E6F179-1003-654A-7321-F8FE6D12AC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4216" y="4956271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9A7166E3-13D7-44C2-45BA-F8800FCD1D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56507" y="152141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2EBD53-BF92-55A6-E85A-50AD5A80A5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6507" y="22144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41709A76-8AD3-E8A8-447B-E2C8D00A4A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6507" y="289739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A4DA4A4-AEAC-105E-34C0-12EBA35F10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507" y="359045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6DD83F2-9BFD-E0B8-4706-D7200B45DE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6507" y="4273364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0D94FEEB-2EA8-081B-0B69-F0ED7A8348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56507" y="495627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</p:spTree>
    <p:extLst>
      <p:ext uri="{BB962C8B-B14F-4D97-AF65-F5344CB8AC3E}">
        <p14:creationId xmlns:p14="http://schemas.microsoft.com/office/powerpoint/2010/main" val="8725479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49D503E-C57A-9E5B-19CF-94AF46BB63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2BD3FFC-05D4-6AF7-0434-C1AC0298E5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0952C60-604F-9F1A-9D20-17D094CE48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D164F81-CDD1-C1B4-ED55-A3321E1032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DF71D53-1D3F-D8F8-96D5-6DE13F1A9CC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42F11AF-BF37-8BBB-B5E7-A8655CF94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1323893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024846" cy="92333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i="0" kern="1200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Agenda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404C027E-E5F6-C4D1-7BE4-B87D52F48E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696A0CB-1C78-8CBF-08C6-7CD08CF1D19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328107B5-87E9-D299-9F61-658CFC39E3B4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B4D0-A39C-FAF6-B1FC-E813800600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30496" y="1541587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0A134C-93F9-0B06-D8F4-9B3C7532A4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30496" y="223184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37B92C4-122A-5377-7B74-D58A2319E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30496" y="2922103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28A167B-CD8D-159B-58DB-AD9C0600F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30496" y="3612361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3238DD8-4A7D-554B-8216-37EA1F0231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30496" y="430261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1D58AB5-54CF-F584-79F8-821E69DF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30496" y="4992878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67AC01-84C2-7E8C-3BF8-201856803E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01160" y="154158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0B1A9C8-7F43-7DB1-4F91-53075745C4B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01160" y="2234115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6C8629B-DFA8-41AA-9C67-96D3D02BED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1160" y="2923806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1CC2B96-A6B1-5232-3AEE-F9B7FDBBC13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1160" y="3613497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18B250-73F5-69E3-5878-B1D8C984F4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01160" y="430318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62FE180-ECE1-55D7-0248-053AC1E99B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160" y="4992878"/>
            <a:ext cx="1679576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00:00 – 00:00</a:t>
            </a:r>
          </a:p>
        </p:txBody>
      </p:sp>
    </p:spTree>
    <p:extLst>
      <p:ext uri="{BB962C8B-B14F-4D97-AF65-F5344CB8AC3E}">
        <p14:creationId xmlns:p14="http://schemas.microsoft.com/office/powerpoint/2010/main" val="3304025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om_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19866F5-F57A-6C40-4D30-D67CB6A3D2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EC5345-D2D0-6B03-7DDB-B62AB6432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32F50E-D900-4FFA-87A8-502151FBE2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A73176-A11D-D62A-EC12-39C3DF983B1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D43E1-5036-AF03-3AFC-AC404D716E48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4AFFE7B-BAB3-2BE6-68C7-82413494811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44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05BDBBF2-452B-8A53-D3BC-946EEC403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CA620CE-1B8B-D388-B43E-902BAFDB8F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21D373-42F2-86AB-3F79-81C1BE3482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720EBE-A59D-52D5-044F-DF5C07F83D7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F31129-9154-6101-E99F-40D9C428A70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BD8E2-6131-A98D-36C8-080B716E4D6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839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8BEA6F8A-F8D2-0E03-127C-C4C39351EE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86F72EA-0ABE-9A8E-4E77-930AA5496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E6E347-3D84-596D-2504-6BB7F34831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5684E56-61FE-0760-81FB-D738FF31CED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FDEA9-4B5D-18D7-3B7C-ADC156E9EFC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18241-0582-A630-8CB0-7598682D85E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79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Header_Custiom_4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8956E04-CBD7-E482-8975-949516BE35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265" y="1793240"/>
            <a:ext cx="564080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DF04DE8-18FA-CC1C-A2E5-416F24CA0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265" y="1336040"/>
            <a:ext cx="498928" cy="32162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BD1EAAB-FF14-59B6-EB7C-E327DBE476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1265" y="3126991"/>
            <a:ext cx="4554537" cy="28943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Section description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3ED1D57-42C1-01EC-FDEC-8930A13F028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158379-42B6-CCBC-ACEF-3055CDBB2D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1715E-3786-F104-88AB-8B85E2F6D91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001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BC286D-0325-2652-6DE3-BC17B7921CDE}"/>
              </a:ext>
            </a:extLst>
          </p:cNvPr>
          <p:cNvSpPr txBox="1">
            <a:spLocks/>
          </p:cNvSpPr>
          <p:nvPr userDrawn="1"/>
        </p:nvSpPr>
        <p:spPr>
          <a:xfrm>
            <a:off x="481264" y="1667844"/>
            <a:ext cx="4403565" cy="101566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lang="en-US" sz="6000" b="1" i="0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5C60129C-ED73-46C0-0FB7-BB32CA2BD978}"/>
              </a:ext>
            </a:extLst>
          </p:cNvPr>
          <p:cNvSpPr txBox="1">
            <a:spLocks/>
          </p:cNvSpPr>
          <p:nvPr userDrawn="1"/>
        </p:nvSpPr>
        <p:spPr>
          <a:xfrm>
            <a:off x="481263" y="2919114"/>
            <a:ext cx="6664971" cy="1050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/>
                <a:cs typeface="Calibri Light"/>
              </a:rPr>
              <a:t>Do not share this presentation without a signed NDA.</a:t>
            </a:r>
            <a:endParaRPr lang="en-US" sz="2400">
              <a:solidFill>
                <a:schemeClr val="bg1"/>
              </a:solidFill>
              <a:latin typeface="Calibri Light"/>
              <a:cs typeface="Calibri Light"/>
            </a:endParaRPr>
          </a:p>
          <a:p>
            <a:pPr>
              <a:lnSpc>
                <a:spcPct val="150000"/>
              </a:lnSpc>
            </a:pPr>
            <a:r>
              <a:rPr lang="en-US" sz="2400" b="0">
                <a:solidFill>
                  <a:schemeClr val="bg1"/>
                </a:solidFill>
                <a:latin typeface="Calibri Light"/>
                <a:cs typeface="Calibri Light"/>
              </a:rPr>
              <a:t>Convert to PDF to protect sensitive slide notes.</a:t>
            </a:r>
            <a:endParaRPr lang="en-US" sz="2400">
              <a:solidFill>
                <a:schemeClr val="bg1"/>
              </a:solidFill>
              <a:latin typeface="Calibri Light"/>
              <a:cs typeface="Calibri Ligh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3464A0-B9BD-B9A5-38BA-45F5800B2D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64" y="872962"/>
            <a:ext cx="668294" cy="62220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9E71BD3-C16B-E833-87BA-15C30377643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2082F-236C-033C-4BB1-ED91055E10D6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DC278-1F97-461F-020F-97C4F17BCD4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496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93E89BDD-DFE0-2F52-8234-B4BA719C24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4529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AB1331E-AD8D-C6DD-2EB9-162F1E8744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73F41-F196-FE58-99BD-8AFA2B909861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CA775BE-E377-94D3-AEB3-0F6AC5EABBE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51296AC5-6772-5447-9F7F-930222E7DD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522FF93D-C8A6-33EF-5BC7-877E52BEE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A81627C-09AF-5EC8-CA35-DF312ECADD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91381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8E60C0F2-79B7-EE1B-6041-90317B3CB1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5199D6FE-5F94-4710-8291-B3438158799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F08F0-0194-EA75-42BA-A0773D6D3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CD999-82B2-EE7A-6B7F-62E9DF0FC3BB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60BC1F9-F5BB-BACB-98D9-6B1EA76689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21A2213A-A5D0-F62A-BDB3-8BB538A65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0BD8D1-BEE3-CC7B-18BC-B2C6739412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95501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47254E77-EA64-0D5B-1B56-09AF228EFA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1AD50E6-D58E-3D8C-41A0-48F21CC758C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EC493A-D2B3-E243-2D3B-B6C3183A317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48D13-7FE0-0CB2-89F9-E7AA85593DB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D221B2F-F01A-3D8B-58F3-2E0CD57769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5E154CAE-C4D8-C2A0-6BE8-461C3B8FA5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02DE92A-A744-9D66-5950-661ECF019C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7069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81F3-7ADD-A798-2917-70C400E5FC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4668" y="2820541"/>
            <a:ext cx="4487332" cy="40374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47460E-84D6-E4C7-66CE-0A88D0D3B7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C926E2E-67D5-D03F-CAF1-D936DD3C0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70B9D3F-8FFD-EE49-3B30-05286E2EBB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626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-Ligh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35273E55-8F47-AC18-08B7-C31C53E2A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ECD9392-FD78-BAFC-F25C-F397815B412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C8D2A9-E7E5-3BDF-6F80-BF5E11614C79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562172F-E23C-EEAE-BC22-38510E2D106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BBCDB36-A5F4-DF81-FE84-1CBB055082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77" y="3005339"/>
            <a:ext cx="8686800" cy="2692020"/>
          </a:xfrm>
          <a:prstGeom prst="rect">
            <a:avLst/>
          </a:prstGeom>
        </p:spPr>
        <p:txBody>
          <a:bodyPr/>
          <a:lstStyle>
            <a:lvl1pPr>
              <a:defRPr sz="1800" b="0" i="0">
                <a:solidFill>
                  <a:srgbClr val="00000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>
                <a:effectLst/>
              </a:rPr>
              <a:t>Section description</a:t>
            </a:r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36520FD8-AF16-A7D1-FBFD-C07B1B527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77" y="1751304"/>
            <a:ext cx="9601200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000" b="1" spc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effectLst/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A145C4-F1AE-010B-FC94-C27466A66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77" y="135649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1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1896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2879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19789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284D-C7B7-AF33-505C-3BCE70543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CBF3641-43B5-6FAC-E7AA-3C2E1B6868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37211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94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47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0D8E0D9-9406-08F5-F3AB-192276B84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3010F0C-E353-B615-EE43-DC7134E728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8E7F92-C4B1-FD15-88E1-E80C3CABEB7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BE634E-7C12-4735-5F97-ACA0CB41F52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91A8E84-4915-F847-688F-F749F3B632B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A4049EA-1C80-CEF2-C39E-9249C1D29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195614"/>
            <a:ext cx="11274552" cy="2462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6350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2FFF58-70EB-C86F-9E59-1581F18B872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F9120F-E29C-8B3A-D5EB-E673F7B24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98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A6D870D-A9F4-488C-8ECB-5016711134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698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4730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row-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891C23-3EE8-0CED-28FE-170D18A2D615}"/>
              </a:ext>
            </a:extLst>
          </p:cNvPr>
          <p:cNvGrpSpPr/>
          <p:nvPr userDrawn="1"/>
        </p:nvGrpSpPr>
        <p:grpSpPr>
          <a:xfrm>
            <a:off x="3909694" y="-2"/>
            <a:ext cx="4653972" cy="6858002"/>
            <a:chOff x="3300840" y="-2"/>
            <a:chExt cx="4653972" cy="6858002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4E5E53-9F1A-D61C-9EEB-E1510482E5BF}"/>
                </a:ext>
              </a:extLst>
            </p:cNvPr>
            <p:cNvSpPr/>
            <p:nvPr userDrawn="1"/>
          </p:nvSpPr>
          <p:spPr bwMode="auto">
            <a:xfrm>
              <a:off x="3300840" y="0"/>
              <a:ext cx="4110732" cy="685800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rtlCol="0" anchor="ctr"/>
            <a:lstStyle/>
            <a:p>
              <a:pPr algn="ctr"/>
              <a:endParaRPr lang="en-US" sz="240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sp>
          <p:nvSpPr>
            <p:cNvPr id="13" name="Isosceles Triangle 13">
              <a:extLst>
                <a:ext uri="{FF2B5EF4-FFF2-40B4-BE49-F238E27FC236}">
                  <a16:creationId xmlns:a16="http://schemas.microsoft.com/office/drawing/2014/main" id="{DF41968F-990C-67B1-0475-04E0249E281A}"/>
                </a:ext>
              </a:extLst>
            </p:cNvPr>
            <p:cNvSpPr/>
            <p:nvPr userDrawn="1"/>
          </p:nvSpPr>
          <p:spPr>
            <a:xfrm rot="5400000" flipH="1">
              <a:off x="4249415" y="3152602"/>
              <a:ext cx="6858002" cy="5527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1" y="0"/>
            <a:ext cx="4076701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 userDrawn="1"/>
        </p:nvSpPr>
        <p:spPr>
          <a:xfrm rot="5400000" flipH="1">
            <a:off x="936060" y="3152602"/>
            <a:ext cx="6858002" cy="55279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0E4AD9-5B60-F04F-FEE1-80647A0EA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189EAA6-8653-D9C5-4653-C4B7BB2BB3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97922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16168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FD50C-06F7-21CC-1F6A-D75586A5063A}"/>
              </a:ext>
            </a:extLst>
          </p:cNvPr>
          <p:cNvSpPr/>
          <p:nvPr userDrawn="1"/>
        </p:nvSpPr>
        <p:spPr bwMode="auto">
          <a:xfrm>
            <a:off x="5166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6866651-9DE6-3C00-E38E-CCE80D60499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367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91B0C-C540-A449-1C7D-F3AE627558A1}"/>
              </a:ext>
            </a:extLst>
          </p:cNvPr>
          <p:cNvSpPr txBox="1"/>
          <p:nvPr userDrawn="1"/>
        </p:nvSpPr>
        <p:spPr>
          <a:xfrm>
            <a:off x="10054041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9382AE5-9D01-6839-5979-7A3921E0574F}"/>
              </a:ext>
            </a:extLst>
          </p:cNvPr>
          <p:cNvSpPr txBox="1">
            <a:spLocks/>
          </p:cNvSpPr>
          <p:nvPr userDrawn="1"/>
        </p:nvSpPr>
        <p:spPr>
          <a:xfrm>
            <a:off x="11503260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4" y="0"/>
            <a:ext cx="237172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894D8D-7B75-A627-E4B9-1C694A55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825284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05EF53-7E88-FC61-2AD6-524C995155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91D4E-6AE3-3F04-D0A0-8C96044CC29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78EB0A-0FF2-079E-6368-97511A388F2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3279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827010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441E88-7FE8-D22E-100F-B090659320A1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A5AB7F-48A8-2636-3278-4702BB8C57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B4A2EA-2922-26E5-D797-A05E70DB9B02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C8D5290-AB1A-98C0-647E-05F429722D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395CC0-872C-69F3-88ED-BEF3B6BA9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4DF7A43-01BC-022E-268E-6B2F50E13A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CAB9-3229-A377-2782-A27CB6B30495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B5412B9-D91D-8002-0693-897E81DD8C8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31933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302297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kern="800" cap="none" spc="13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56616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6C5343-68AD-9879-2727-7ECBCB6A1B2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EF0FAA-381C-3A89-42AF-830EF59119A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56236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24921F-F7DB-7A40-465F-85F610FC20C6}"/>
              </a:ext>
            </a:extLst>
          </p:cNvPr>
          <p:cNvSpPr txBox="1"/>
          <p:nvPr userDrawn="1"/>
        </p:nvSpPr>
        <p:spPr>
          <a:xfrm>
            <a:off x="10048875" y="6423925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4F018D9-6B5F-8BCB-BD75-7816BF58C56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2392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723900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2213811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bg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D9D0C0-2EBB-53F1-FD7B-7BFF4905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F6AFA3-4B0B-A44E-C32C-9E35F112D7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437B-1C43-BD15-538B-E37E3F956D9A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23EDF6C-81ED-D75B-14CE-F3906A1FF5D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488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C5E2-D359-5FED-B284-19CF47A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A60CDFE-3A94-5F3A-0523-ABA5607800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7052EF-2C83-09DE-9638-F3492217FF7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7612B5-8615-3AC0-8239-012312B6FD99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32084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2960BA-AA0C-9715-43A2-22B9050A478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1783F67-AD13-06FC-C79E-DE6FBF4D057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414E4-F961-7DD4-8CFB-7B93DD10B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2BE525B-A1C0-1DD5-E075-79F96E71ED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7A229-8E7F-A1E8-7492-218AEFB06B0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71751A4-BF09-09F2-77C6-42F2F2AEB24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322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9886530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Picture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63925-928E-4FE1-B9E5-B83141A2C221}"/>
              </a:ext>
            </a:extLst>
          </p:cNvPr>
          <p:cNvSpPr/>
          <p:nvPr userDrawn="1"/>
        </p:nvSpPr>
        <p:spPr bwMode="auto">
          <a:xfrm>
            <a:off x="-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169AD5E-5F94-E6C0-0DB3-77E8A5A0D3C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438901"/>
            <a:ext cx="540540" cy="190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BF0C-CA25-003D-B5D8-6EE24C1F808C}"/>
              </a:ext>
            </a:extLst>
          </p:cNvPr>
          <p:cNvSpPr txBox="1"/>
          <p:nvPr userDrawn="1"/>
        </p:nvSpPr>
        <p:spPr>
          <a:xfrm>
            <a:off x="10048874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97B36E0-E687-34C7-ACB3-F681FF77C582}"/>
              </a:ext>
            </a:extLst>
          </p:cNvPr>
          <p:cNvSpPr txBox="1">
            <a:spLocks/>
          </p:cNvSpPr>
          <p:nvPr userDrawn="1"/>
        </p:nvSpPr>
        <p:spPr>
          <a:xfrm>
            <a:off x="11498093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 userDrawn="1"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81004-83D3-1FD9-8DEB-8753B675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3611880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B05C9E2-FF8C-3AB5-99B5-2786F045CA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3178D-6CC8-41D7-8CEB-9ED5EE67A4B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C52C08-BA77-F41F-7A2A-48DD915C7E8E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960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5EB0785-A8B2-B844-97DC-362F6DEDBA7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70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Up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6310AE-15DA-337B-9B5E-33A904BF35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F314DE-C7E3-7237-4318-0407E44F572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5B1A98-E850-C3DE-38BF-EFAE0A2DC98C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E6FC5F8-7CE5-D29D-2CCA-C5715CDD43B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42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D48285-8885-4D22-8AE4-172AF611419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98456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9C4A8F-5B1E-7B0E-CAF7-B9F33D92C84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5F520A7-9AB7-29A3-F6E1-6EDE842DF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53084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5B6FBE-AD77-73FE-AB75-C5B0A0FF3D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3611880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D6F42AB-F517-759C-A3C4-63443ED771D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E9D77-5CF8-5131-6018-48DF58117ECE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280A7-4796-759A-6B00-0444E865A6A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9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5D96D1E-C1BD-6F40-A978-D03F53CD4A4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211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 userDrawn="1"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036E7A-2B84-45D1-985C-C2AD71420C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4523F-EFD3-EDB0-4AF0-FB2421CC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7DB8D92B-BDD7-86B1-A31A-C3740736BA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562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A9547FE-7857-4A70-ACDF-06ACC0CC38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096CA2-6B8E-1E0B-7446-BC5F37E7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2586789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0402405-4264-41C3-7E10-6A2AF1A461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2586789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14074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F61EEF5-D25E-43F9-9DE7-B0D48CE58D1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700771F-7FE8-2510-0C0E-734572A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1513A24-C9FD-06A1-1015-D9656D68B8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52024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 userDrawn="1"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45522-9A1C-E9EB-4D96-B0CFFD2F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900"/>
            <a:ext cx="250256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2E6E8F6-4D6C-2884-0A7D-72BB39B21D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7"/>
            <a:ext cx="2502567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07FC1-18DF-2355-0123-10BF2390C02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024407-B901-7B1F-04F9-932983C670E0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805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7486B-35A7-A3FF-6F44-2159B1E9FAD3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82A7F25-3763-4002-A844-19432F963122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BC1AB0-2CF4-70A1-0BD7-A9A57D9F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342021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B299D4E-38EF-AC64-7836-1AD1E8799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342021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3143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FDF51-3B9F-C5D8-7A84-09B7B6CB9E8B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A15A-582D-3DDB-CC40-43726E84CA43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8F2DF5-DE6F-E2FC-0057-63CC0417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76421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4897430-924B-CB14-9A94-8DB20A76C7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764213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89564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6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 flipH="1">
            <a:off x="9820275" y="0"/>
            <a:ext cx="23717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E6AE37-FC1E-5269-1E83-C3E9928ED250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8488-5F43-686E-E10B-16D16E352EED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7DE099-ACDF-D41B-FBC3-5EE9A76F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745013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F7055BE-CD0F-6E9E-5992-4C7B9EF5FA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3600000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464018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4D51ED0-4D08-4641-87AC-8F2B5E2A3B9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6BA4E-CBCB-554D-CA98-146A521CFDF4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B62B8-4926-8E23-51B4-D8AC31708BB8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808058-9E6F-F0D8-A385-7B4C547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5005137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3D95AB9-CE03-7AFD-DBBE-C67756B352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82446"/>
            <a:ext cx="5005137" cy="255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216334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3841" y="1600200"/>
            <a:ext cx="4797425" cy="338554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E44CDB4-CF54-423C-9681-C9AAACA56B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F6686-8C0A-120D-0C06-1F8DA97E3C4D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bg1"/>
                </a:solidFill>
              </a:rPr>
              <a:t>EPAM Proprietary &amp; Confidential.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65D26-CB94-F414-6836-638151C91C4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401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921251"/>
            <a:ext cx="2407920" cy="46211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43216"/>
            <a:ext cx="2407920" cy="263059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389801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02B5D-C175-DE3C-BEC7-EB4A41870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3900"/>
            <a:ext cx="11271069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93C67F9-F2A6-3918-0A8D-555112C9F4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82446"/>
            <a:ext cx="2695074" cy="207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92846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6002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F219C23-5248-6A23-1656-7F24D37DB20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0F7879-EF16-5C25-BC5F-DF85AD10BA3F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931746-EE72-E501-E583-1218E82991FF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39710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838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B93596-9EFA-D1CF-1891-B79E8C1342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8594" y="1585875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DC7A20-9DDC-243D-12E0-D419647A6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08594" y="2359058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BB83A-8F61-9449-F88A-D14428FB92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08594" y="2744373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8CEB9B-E281-2F84-4094-6D6C75AE16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08594" y="327345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B5D4FBD-9119-A47E-823E-8468ED6CF4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8594" y="3560388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67B81F6-EE7E-69A9-E411-F7C5230340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08594" y="4117149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7D40B0A2-8366-4164-6D42-A15D2F6F5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1353882"/>
            <a:ext cx="4220135" cy="11079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7200" b="0" i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2A2464A-FAB8-9787-5897-30B871357252}"/>
              </a:ext>
            </a:extLst>
          </p:cNvPr>
          <p:cNvCxnSpPr>
            <a:cxnSpLocks/>
          </p:cNvCxnSpPr>
          <p:nvPr userDrawn="1"/>
        </p:nvCxnSpPr>
        <p:spPr>
          <a:xfrm>
            <a:off x="6008594" y="1981200"/>
            <a:ext cx="6248400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838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_you_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487BF-0EFB-7D6C-3495-E817AE08A6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4526B2C-80FA-F150-338B-DB03C5073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4663" y="1035424"/>
            <a:ext cx="4648200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7200" b="0" dirty="0">
                <a:gradFill>
                  <a:gsLst>
                    <a:gs pos="50000">
                      <a:schemeClr val="accent2"/>
                    </a:gs>
                    <a:gs pos="70000">
                      <a:schemeClr val="accent5"/>
                    </a:gs>
                    <a:gs pos="100000">
                      <a:schemeClr val="accent4"/>
                    </a:gs>
                  </a:gsLst>
                  <a:lin ang="1200000" scaled="0"/>
                </a:gra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Thank you!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F9CC8A-BAB0-4529-6083-A3D7F01CE4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4663" y="2540616"/>
            <a:ext cx="3827462" cy="257250"/>
          </a:xfrm>
          <a:prstGeom prst="rect">
            <a:avLst/>
          </a:prstGeom>
        </p:spPr>
        <p:txBody>
          <a:bodyPr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For more information, contact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5054708-622B-37B7-6E33-486A71C95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4663" y="3313799"/>
            <a:ext cx="3827462" cy="289438"/>
          </a:xfrm>
          <a:prstGeom prst="rect">
            <a:avLst/>
          </a:prstGeom>
        </p:spPr>
        <p:txBody>
          <a:bodyPr/>
          <a:lstStyle>
            <a:lvl1pPr>
              <a:defRPr sz="1800" b="1" i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Name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56D2A3F-CCA1-F399-D035-1BB32FED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4663" y="3672220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accent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Position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50C7B71-5C80-8C3A-B66C-42F7296EB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663" y="420130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Insert email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BFDDCB6-69BB-2359-40AB-46BA1DA7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4663" y="4488235"/>
            <a:ext cx="3827462" cy="225126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+1 000 000 000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D16F9E7-5E17-1B62-F499-C761278885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4663" y="4897078"/>
            <a:ext cx="3827462" cy="1173078"/>
          </a:xfrm>
          <a:prstGeom prst="rect">
            <a:avLst/>
          </a:prstGeo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Address Line 1</a:t>
            </a:r>
          </a:p>
          <a:p>
            <a:r>
              <a:rPr lang="en-US"/>
              <a:t>Address Line 2</a:t>
            </a:r>
          </a:p>
          <a:p>
            <a:r>
              <a:rPr lang="en-US"/>
              <a:t>Zip Code</a:t>
            </a:r>
          </a:p>
          <a:p>
            <a:r>
              <a:rPr lang="en-US"/>
              <a:t>Country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FF80AE-E38B-EC18-E1B5-2B5AAE36C2F4}"/>
              </a:ext>
            </a:extLst>
          </p:cNvPr>
          <p:cNvCxnSpPr>
            <a:cxnSpLocks/>
          </p:cNvCxnSpPr>
          <p:nvPr userDrawn="1"/>
        </p:nvCxnSpPr>
        <p:spPr>
          <a:xfrm>
            <a:off x="474663" y="2935941"/>
            <a:ext cx="3534335" cy="0"/>
          </a:xfrm>
          <a:prstGeom prst="line">
            <a:avLst/>
          </a:prstGeom>
          <a:ln w="6350">
            <a:solidFill>
              <a:schemeClr val="bg1">
                <a:alpha val="6512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210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x_Photo_+_Caption_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0EF9F7-1BDD-C412-DA7B-D3D0D1ABA0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700" y="670773"/>
            <a:ext cx="10896600" cy="553952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1B8CB-9FFB-8D0A-F788-18710501B096}"/>
              </a:ext>
            </a:extLst>
          </p:cNvPr>
          <p:cNvSpPr/>
          <p:nvPr userDrawn="1"/>
        </p:nvSpPr>
        <p:spPr bwMode="auto">
          <a:xfrm>
            <a:off x="0" y="2679405"/>
            <a:ext cx="4924396" cy="4178595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E94620-1500-8D43-BD64-006D83AE4B8E}"/>
              </a:ext>
            </a:extLst>
          </p:cNvPr>
          <p:cNvSpPr/>
          <p:nvPr userDrawn="1"/>
        </p:nvSpPr>
        <p:spPr bwMode="auto">
          <a:xfrm>
            <a:off x="-2151983" y="5103629"/>
            <a:ext cx="3848986" cy="3848986"/>
          </a:xfrm>
          <a:prstGeom prst="ellipse">
            <a:avLst/>
          </a:prstGeom>
          <a:solidFill>
            <a:srgbClr val="8B97FF">
              <a:alpha val="65000"/>
            </a:srgbClr>
          </a:solidFill>
          <a:ln>
            <a:noFill/>
          </a:ln>
          <a:effectLst>
            <a:softEdge rad="805949"/>
          </a:effectLst>
        </p:spPr>
        <p:txBody>
          <a:bodyPr wrap="none"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59C2A-0FC8-422F-92E4-B92935AAE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699" y="3809007"/>
            <a:ext cx="3722281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Caption with two or more lines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3428999"/>
            <a:ext cx="373291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1" spc="3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PREHEADER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84CEF6B-33E9-BCE0-3818-CFEBB6352D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5438001"/>
            <a:ext cx="369038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ADFE-CDC9-BCE0-575D-8C2B21EF5ECA}"/>
              </a:ext>
            </a:extLst>
          </p:cNvPr>
          <p:cNvSpPr txBox="1"/>
          <p:nvPr userDrawn="1"/>
        </p:nvSpPr>
        <p:spPr>
          <a:xfrm>
            <a:off x="2271713" y="-85725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>
              <a:ea typeface="Human Sans" charset="0"/>
              <a:cs typeface="Human Sans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FE3F6A-717B-D671-C21C-B99B4FB231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1" y="237004"/>
            <a:ext cx="495300" cy="182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AA398A-2E47-0C00-F4A0-87498FC7BBC1}"/>
              </a:ext>
            </a:extLst>
          </p:cNvPr>
          <p:cNvSpPr txBox="1"/>
          <p:nvPr userDrawn="1"/>
        </p:nvSpPr>
        <p:spPr>
          <a:xfrm>
            <a:off x="9526625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8E7F306-CD25-215E-BBB0-42720869F90C}"/>
              </a:ext>
            </a:extLst>
          </p:cNvPr>
          <p:cNvSpPr txBox="1">
            <a:spLocks/>
          </p:cNvSpPr>
          <p:nvPr userDrawn="1"/>
        </p:nvSpPr>
        <p:spPr>
          <a:xfrm>
            <a:off x="11340916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800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23899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B532318-7ECA-4FB6-ADB1-48895B543C8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57201" y="6438901"/>
            <a:ext cx="540540" cy="190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41FF6-5DCC-D34B-9DD7-29931472CBC7}"/>
              </a:ext>
            </a:extLst>
          </p:cNvPr>
          <p:cNvSpPr txBox="1"/>
          <p:nvPr userDrawn="1"/>
        </p:nvSpPr>
        <p:spPr>
          <a:xfrm>
            <a:off x="10048875" y="6406590"/>
            <a:ext cx="1396815" cy="2228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chemeClr val="tx1"/>
                </a:solidFill>
              </a:rPr>
              <a:t>EPAM Proprietary &amp; Confidential.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DA6592-6579-C548-911C-85A5195E10BA}"/>
              </a:ext>
            </a:extLst>
          </p:cNvPr>
          <p:cNvSpPr txBox="1">
            <a:spLocks/>
          </p:cNvSpPr>
          <p:nvPr userDrawn="1"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A0289-E5C4-74D3-46E5-CB49BE902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139" y="1680713"/>
            <a:ext cx="11267660" cy="44914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221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  <p:sldLayoutId id="2147483909" r:id="rId17"/>
    <p:sldLayoutId id="2147483910" r:id="rId18"/>
    <p:sldLayoutId id="2147483911" r:id="rId19"/>
    <p:sldLayoutId id="2147483912" r:id="rId20"/>
    <p:sldLayoutId id="2147483913" r:id="rId21"/>
    <p:sldLayoutId id="2147483914" r:id="rId22"/>
    <p:sldLayoutId id="2147483915" r:id="rId23"/>
    <p:sldLayoutId id="2147483916" r:id="rId24"/>
    <p:sldLayoutId id="2147483917" r:id="rId25"/>
    <p:sldLayoutId id="2147483918" r:id="rId26"/>
    <p:sldLayoutId id="2147483919" r:id="rId27"/>
    <p:sldLayoutId id="2147483920" r:id="rId28"/>
    <p:sldLayoutId id="2147483921" r:id="rId29"/>
    <p:sldLayoutId id="2147483922" r:id="rId30"/>
    <p:sldLayoutId id="2147483923" r:id="rId31"/>
    <p:sldLayoutId id="2147483924" r:id="rId32"/>
    <p:sldLayoutId id="2147483925" r:id="rId33"/>
    <p:sldLayoutId id="2147483926" r:id="rId34"/>
    <p:sldLayoutId id="2147483927" r:id="rId35"/>
    <p:sldLayoutId id="2147483928" r:id="rId36"/>
    <p:sldLayoutId id="2147483929" r:id="rId37"/>
    <p:sldLayoutId id="2147483930" r:id="rId38"/>
    <p:sldLayoutId id="2147483931" r:id="rId39"/>
    <p:sldLayoutId id="2147483932" r:id="rId40"/>
    <p:sldLayoutId id="2147483933" r:id="rId41"/>
    <p:sldLayoutId id="2147483934" r:id="rId42"/>
    <p:sldLayoutId id="2147483935" r:id="rId43"/>
    <p:sldLayoutId id="2147483936" r:id="rId44"/>
    <p:sldLayoutId id="2147483937" r:id="rId45"/>
    <p:sldLayoutId id="2147483938" r:id="rId46"/>
    <p:sldLayoutId id="2147483939" r:id="rId47"/>
    <p:sldLayoutId id="2147483940" r:id="rId48"/>
    <p:sldLayoutId id="2147483941" r:id="rId49"/>
    <p:sldLayoutId id="2147483942" r:id="rId50"/>
    <p:sldLayoutId id="2147483943" r:id="rId51"/>
    <p:sldLayoutId id="2147483944" r:id="rId52"/>
    <p:sldLayoutId id="2147483945" r:id="rId53"/>
    <p:sldLayoutId id="2147483946" r:id="rId54"/>
    <p:sldLayoutId id="2147483947" r:id="rId55"/>
    <p:sldLayoutId id="2147483948" r:id="rId5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2538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504000" indent="-25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Courier New" panose="02070309020205020404" pitchFamily="49" charset="0"/>
        <a:buChar char="o"/>
        <a:defRPr sz="14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56">
          <p15:clr>
            <a:srgbClr val="F26B43"/>
          </p15:clr>
        </p15:guide>
        <p15:guide id="16" orient="horz" pos="239">
          <p15:clr>
            <a:srgbClr val="F26B43"/>
          </p15:clr>
        </p15:guide>
        <p15:guide id="17" orient="horz" pos="454">
          <p15:clr>
            <a:srgbClr val="F26B43"/>
          </p15:clr>
        </p15:guide>
        <p15:guide id="20" orient="horz" pos="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eg"/><Relationship Id="rId4" Type="http://schemas.openxmlformats.org/officeDocument/2006/relationships/image" Target="../media/image19.svg"/><Relationship Id="rId5" Type="http://schemas.openxmlformats.org/officeDocument/2006/relationships/image" Target="../media/image2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0.svg"/><Relationship Id="rId5" Type="http://schemas.openxmlformats.org/officeDocument/2006/relationships/image" Target="../media/image1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1BE917A-312B-6360-83E2-F4FAECE15A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278395-4905-4E70-9D4F-ABD0B528BD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6736" y="5635123"/>
            <a:ext cx="6489700" cy="193002"/>
          </a:xfrm>
        </p:spPr>
        <p:txBody>
          <a:bodyPr/>
          <a:lstStyle/>
          <a:p>
            <a:r>
              <a:rPr lang="en-US" dirty="0"/>
              <a:t>Sep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3625B8-21AA-F5D0-C9FE-8839D9D5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5" y="1984944"/>
            <a:ext cx="9622687" cy="2215991"/>
          </a:xfrm>
        </p:spPr>
        <p:txBody>
          <a:bodyPr/>
          <a:lstStyle/>
          <a:p>
            <a:r>
              <a:rPr lang="en-US" sz="4800" b="1" dirty="0">
                <a:latin typeface="+mj-lt"/>
              </a:rPr>
              <a:t>Platform Observability Assessment</a:t>
            </a: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r>
              <a:rPr lang="en-US" sz="4800" b="1" dirty="0">
                <a:solidFill>
                  <a:schemeClr val="bg1"/>
                </a:solidFill>
                <a:latin typeface="+mj-lt"/>
              </a:rPr>
              <a:t>Kick-Off</a:t>
            </a:r>
            <a:endParaRPr lang="en-BY" sz="4800" b="1"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7B8DC3-CF27-4A2D-A9A0-006B8555E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736" y="803844"/>
            <a:ext cx="1070464" cy="37725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D0CF933-3629-8D0B-5221-ECA8D3F5F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2560" y="779315"/>
            <a:ext cx="2755609" cy="3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51312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1BE917A-312B-6360-83E2-F4FAECE15A8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278395-4905-4E70-9D4F-ABD0B528BD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6736" y="5635123"/>
            <a:ext cx="6489700" cy="193002"/>
          </a:xfrm>
        </p:spPr>
        <p:txBody>
          <a:bodyPr/>
          <a:lstStyle/>
          <a:p>
            <a:r>
              <a:t>Aug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3625B8-21AA-F5D0-C9FE-8839D9D5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735" y="1984944"/>
            <a:ext cx="9622687" cy="2215991"/>
          </a:xfrm>
        </p:spPr>
        <p:txBody>
          <a:bodyPr/>
          <a:lstStyle/>
          <a:p>
            <a:r>
              <a:rPr lang="en-US" sz="4800" b="1" dirty="0">
                <a:latin typeface="+mj-lt"/>
              </a:rPr>
              <a:t>Platform Observability Assessment</a:t>
            </a: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br>
              <a:rPr lang="en-US" sz="4800" b="1" dirty="0">
                <a:solidFill>
                  <a:schemeClr val="bg1"/>
                </a:solidFill>
                <a:latin typeface="+mj-lt"/>
              </a:rPr>
            </a:br>
            <a:r>
              <a:rPr lang="en-US" sz="4800" b="1" dirty="0">
                <a:solidFill>
                  <a:schemeClr val="bg1"/>
                </a:solidFill>
                <a:latin typeface="+mj-lt"/>
              </a:rPr>
              <a:t>Kick-Off</a:t>
            </a:r>
            <a:endParaRPr lang="en-BY" sz="4800" b="1"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7B8DC3-CF27-4A2D-A9A0-006B8555E9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736" y="803844"/>
            <a:ext cx="1070464" cy="37725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D0CF933-3629-8D0B-5221-ECA8D3F5F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2560" y="779315"/>
            <a:ext cx="2755609" cy="3772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80000"/>
            <a:ext cx="11277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333333"/>
                </a:solidFill>
              </a:rPr>
              <a:t>01   What We Know Right Now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333333"/>
                </a:solidFill>
              </a:rPr>
              <a:t>02   Problem Statement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333333"/>
                </a:solidFill>
              </a:rPr>
              <a:t>03   Scope Definition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333333"/>
                </a:solidFill>
              </a:rPr>
              <a:t>04   Expected Outcomes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333333"/>
                </a:solidFill>
              </a:rPr>
              <a:t>05   Assessment Plan and Approach</a:t>
            </a:r>
          </a:p>
          <a:p>
            <a:pPr>
              <a:spcBef>
                <a:spcPts val="800"/>
              </a:spcBef>
            </a:pPr>
            <a:r>
              <a:rPr sz="2200" b="0" i="0">
                <a:solidFill>
                  <a:srgbClr val="333333"/>
                </a:solidFill>
              </a:rPr>
              <a:t>06   RAID — Risks, Assumptions, Dependencies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Know Right 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5200000"/>
                <a:gridCol w="3477600"/>
              </a:tblGrid>
              <a:tr h="575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 / Function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Edge layer — ingress, caching, DDoS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Provider TBC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Apache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Web / reverse proxy tier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Azure VMs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Legacy application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Migration → AKS 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Azure Kubernetes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Modernised microservices, namespace-based env isolation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Azure SQL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Managed relational DB with 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Azure Service Bus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Regional async messaging between 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App Gateway +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L7 load balancing and web application firewall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80000"/>
            <a:ext cx="11277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6464"/>
                </a:solidFill>
              </a:rPr>
              <a:t>12 production environments (primary + DR) across US, UK, AU  |  DE in progress, CA planned  |  Monitoring: Azure Monitor + Datadog single tenant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Monitoring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80000"/>
            <a:ext cx="55788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00"/>
                </a:solidFill>
              </a:rPr>
              <a:t>What is in place</a:t>
            </a:r>
          </a:p>
          <a:p/>
          <a:p>
            <a:r>
              <a:rPr sz="1300" b="0" i="0">
                <a:solidFill>
                  <a:srgbClr val="333333"/>
                </a:solidFill>
              </a:rPr>
              <a:t>• Azure Monitor + Log Analytics for infrastructure signals</a:t>
            </a:r>
          </a:p>
          <a:p>
            <a:r>
              <a:rPr sz="1300" b="0" i="0">
                <a:solidFill>
                  <a:srgbClr val="333333"/>
                </a:solidFill>
              </a:rPr>
              <a:t>• Datadog as primary monitoring platform (migrated from Splunk ~2 yrs ago)</a:t>
            </a:r>
          </a:p>
          <a:p>
            <a:r>
              <a:rPr sz="1300" b="0" i="0">
                <a:solidFill>
                  <a:srgbClr val="333333"/>
                </a:solidFill>
              </a:rPr>
              <a:t>• Single Datadog tenant covers ALL consumer environments</a:t>
            </a:r>
          </a:p>
          <a:p>
            <a:r>
              <a:rPr sz="1300" b="0" i="0">
                <a:solidFill>
                  <a:srgbClr val="333333"/>
                </a:solidFill>
              </a:rPr>
              <a:t>• Tag-based environment isolation: env / consumer / service</a:t>
            </a:r>
          </a:p>
          <a:p>
            <a:r>
              <a:rPr sz="1300" b="0" i="0">
                <a:solidFill>
                  <a:srgbClr val="333333"/>
                </a:solidFill>
              </a:rPr>
              <a:t>• AKS namespace-based environment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000" y="1380000"/>
            <a:ext cx="55788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B40000"/>
                </a:solidFill>
              </a:rPr>
              <a:t>What we do not know yet</a:t>
            </a:r>
          </a:p>
          <a:p/>
          <a:p>
            <a:r>
              <a:rPr sz="1300" b="0" i="0">
                <a:solidFill>
                  <a:srgbClr val="333333"/>
                </a:solidFill>
              </a:rPr>
              <a:t>• Which tiers have no monitoring coverage (dark)</a:t>
            </a:r>
          </a:p>
          <a:p>
            <a:r>
              <a:rPr sz="1300" b="0" i="0">
                <a:solidFill>
                  <a:srgbClr val="333333"/>
                </a:solidFill>
              </a:rPr>
              <a:t>• Whether all 12 environments are consistently configured</a:t>
            </a:r>
          </a:p>
          <a:p>
            <a:r>
              <a:rPr sz="1300" b="0" i="0">
                <a:solidFill>
                  <a:srgbClr val="333333"/>
                </a:solidFill>
              </a:rPr>
              <a:t>• Actual alert coverage vs. real failure modes</a:t>
            </a:r>
          </a:p>
          <a:p>
            <a:r>
              <a:rPr sz="1300" b="0" i="0">
                <a:solidFill>
                  <a:srgbClr val="333333"/>
                </a:solidFill>
              </a:rPr>
              <a:t>• Whether SLA obligations map to any observable signal</a:t>
            </a:r>
          </a:p>
          <a:p>
            <a:r>
              <a:rPr sz="1300" b="0" i="0">
                <a:solidFill>
                  <a:srgbClr val="333333"/>
                </a:solidFill>
              </a:rPr>
              <a:t>• APM instrumentation depth and trace coverage</a:t>
            </a:r>
          </a:p>
          <a:p>
            <a:r>
              <a:rPr sz="1300" b="0" i="0">
                <a:solidFill>
                  <a:srgbClr val="333333"/>
                </a:solidFill>
              </a:rPr>
              <a:t>• Incident history and MTTD / MTTR baseline</a:t>
            </a:r>
          </a:p>
          <a:p>
            <a:r>
              <a:rPr sz="1300" b="0" i="0">
                <a:solidFill>
                  <a:srgbClr val="333333"/>
                </a:solidFill>
              </a:rPr>
              <a:t>• Whether tag governance is enforced or ad hoc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80000"/>
            <a:ext cx="55788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B40000"/>
                </a:solidFill>
              </a:rPr>
              <a:t>Current State</a:t>
            </a:r>
          </a:p>
          <a:p/>
          <a:p>
            <a:r>
              <a:rPr sz="1300" b="0" i="0">
                <a:solidFill>
                  <a:srgbClr val="333333"/>
                </a:solidFill>
              </a:rPr>
              <a:t>Observability is reactive. Consumers report failures before internal monitoring detects them.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Confirmed evidence:</a:t>
            </a:r>
          </a:p>
          <a:p>
            <a:r>
              <a:rPr sz="1200" b="0" i="0">
                <a:solidFill>
                  <a:srgbClr val="333333"/>
                </a:solidFill>
              </a:rPr>
              <a:t>• Database crash caused consumer-facing outage — detected externally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Root causes (hypothesised — to validate):</a:t>
            </a:r>
          </a:p>
          <a:p>
            <a:r>
              <a:rPr sz="1200" b="0" i="0">
                <a:solidFill>
                  <a:srgbClr val="333333"/>
                </a:solidFill>
              </a:rPr>
              <a:t>• Instrumentation gaps — tiers emit insufficient signals</a:t>
            </a:r>
          </a:p>
          <a:p>
            <a:r>
              <a:rPr sz="1200" b="0" i="0">
                <a:solidFill>
                  <a:srgbClr val="333333"/>
                </a:solidFill>
              </a:rPr>
              <a:t>• Alert coverage gaps — critical failure modes not monitored</a:t>
            </a:r>
          </a:p>
          <a:p>
            <a:r>
              <a:rPr sz="1200" b="0" i="0">
                <a:solidFill>
                  <a:srgbClr val="333333"/>
                </a:solidFill>
              </a:rPr>
              <a:t>• Alert quality — noisy, mis-tuned, or misrouted</a:t>
            </a:r>
          </a:p>
          <a:p>
            <a:r>
              <a:rPr sz="1200" b="0" i="0">
                <a:solidFill>
                  <a:srgbClr val="333333"/>
                </a:solidFill>
              </a:rPr>
              <a:t>• SLA/SLO disconnect — no automated observability backing</a:t>
            </a:r>
          </a:p>
          <a:p>
            <a:r>
              <a:rPr sz="1200" b="0" i="0">
                <a:solidFill>
                  <a:srgbClr val="333333"/>
                </a:solidFill>
              </a:rPr>
              <a:t>• Governance gaps — no enforced monitoring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000" y="1380000"/>
            <a:ext cx="55788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00"/>
                </a:solidFill>
              </a:rPr>
              <a:t>Target State — North Star</a:t>
            </a:r>
          </a:p>
          <a:p/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Platform health continuously and proactively monitored across all tiers and all consumer environments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Every SLA obligation backed by an automated signal that alerts before breach occurs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Incidents detected internally — MTTD in minutes, not hours reported by consumers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Engineering, operations, and leadership each have purpose-built visibility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Observability standards governed, owned, and consistently applied across all teams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Definition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In-Scope Activities — Phase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"/>
                <a:gridCol w="4600000"/>
                <a:gridCol w="6177600"/>
              </a:tblGrid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Are Assessing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Application &amp; Infrastructure Landscape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Identify all in-scope tiers, services, components — the factual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Observability Coverage Evaluation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Log pipelines, metrics, tracing — identify dark tiers and instrumentation blind spots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Alerting &amp; Detection Gap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Alert inventory vs. Critical/High failure modes; gaps where consumers detect before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APM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Evaluate whether APM depth supports effective root cause 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SLA / SLO Observability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Map SLA commitments to SLO monitors; identify gaps where obligations lack observable signals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Dashboard &amp; Visibility Assessment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Evaluate dashboards against audience needs: engineering, operations, leadership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Operational Processes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Incident workflow: routing, on-call, runbooks, escalation paths, MTTD / MTTR posture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</a:rPr>
                        <a:t>Governance Model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Current-state governance: tagging, ownership, access control, standards consistency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Boundaries and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80000"/>
            <a:ext cx="55788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7000"/>
                </a:solidFill>
              </a:rPr>
              <a:t>In Scope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Platform tiers:</a:t>
            </a:r>
          </a:p>
          <a:p>
            <a:r>
              <a:rPr sz="1200" b="0" i="0">
                <a:solidFill>
                  <a:srgbClr val="333333"/>
                </a:solidFill>
              </a:rPr>
              <a:t>• CDN / Apache / AKS / Azure VMs</a:t>
            </a:r>
          </a:p>
          <a:p>
            <a:r>
              <a:rPr sz="1200" b="0" i="0">
                <a:solidFill>
                  <a:srgbClr val="333333"/>
                </a:solidFill>
              </a:rPr>
              <a:t>• Azure SQL, Service Bus, Blob, App Gateway + WAF</a:t>
            </a:r>
          </a:p>
          <a:p>
            <a:r>
              <a:rPr sz="1200" b="0" i="0">
                <a:solidFill>
                  <a:srgbClr val="333333"/>
                </a:solidFill>
              </a:rPr>
              <a:t>• Datadog — monitors, APM, logs, SLOs</a:t>
            </a:r>
          </a:p>
          <a:p>
            <a:r>
              <a:rPr sz="1200" b="0" i="0">
                <a:solidFill>
                  <a:srgbClr val="333333"/>
                </a:solidFill>
              </a:rPr>
              <a:t>• Azure Monitor + Log Analytics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Active regions:</a:t>
            </a:r>
          </a:p>
          <a:p>
            <a:r>
              <a:rPr sz="1200" b="0" i="0">
                <a:solidFill>
                  <a:srgbClr val="333333"/>
                </a:solidFill>
              </a:rPr>
              <a:t>• US, UK, AU  (DE — to confirm today)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Capacity:</a:t>
            </a:r>
          </a:p>
          <a:p>
            <a:r>
              <a:rPr sz="1200" b="0" i="0">
                <a:solidFill>
                  <a:srgbClr val="333333"/>
                </a:solidFill>
              </a:rPr>
              <a:t>• 2 specialists  |  4 weeks of active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000" y="1380000"/>
            <a:ext cx="55788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C2800"/>
                </a:solidFill>
              </a:rPr>
              <a:t>Out of Scope — Phase 2</a:t>
            </a:r>
          </a:p>
          <a:p/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Multi-region consistency deep-dive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Datadog platform utilisation optimisation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Monitoring-as-code / CI/CD automation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Business activity monitoring — consumer KPIs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Unified observability architecture implementation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333333"/>
                </a:solidFill>
              </a:rPr>
              <a:t>• Standardisation at scale / migration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80000"/>
            <a:ext cx="11277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6464"/>
                </a:solidFill>
              </a:rPr>
              <a:t>* Week 1 is a landscape discovery phase — if undisclosed components surface, both parties agree in writing whether to include them or defer to Phase 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and Deliverables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00"/>
                <a:gridCol w="5200000"/>
                <a:gridCol w="5377600"/>
              </a:tblGrid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Primary Audience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Technical Assessment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Engineering &amp;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Target Observability Architecture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Engineering &amp; Architecture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Improvement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Engineering &amp; Leadership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66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Governance Guidelines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Engineering &amp; Operations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6667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Executive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Leadership &amp; Stakeholders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80000"/>
            <a:ext cx="55788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</a:rPr>
              <a:t>Technical gaps identified</a:t>
            </a:r>
          </a:p>
          <a:p>
            <a:r>
              <a:rPr sz="1200" b="0" i="0">
                <a:solidFill>
                  <a:srgbClr val="333333"/>
                </a:solidFill>
              </a:rPr>
              <a:t>• Dark tiers with no monitoring coverage</a:t>
            </a:r>
          </a:p>
          <a:p>
            <a:r>
              <a:rPr sz="1200" b="0" i="0">
                <a:solidFill>
                  <a:srgbClr val="333333"/>
                </a:solidFill>
              </a:rPr>
              <a:t>• Missing or misconfigured alert rules</a:t>
            </a:r>
          </a:p>
          <a:p>
            <a:r>
              <a:rPr sz="1200" b="0" i="0">
                <a:solidFill>
                  <a:srgbClr val="333333"/>
                </a:solidFill>
              </a:rPr>
              <a:t>• SLA obligations without observable signals</a:t>
            </a:r>
          </a:p>
          <a:p>
            <a:r>
              <a:rPr sz="1200" b="0" i="0">
                <a:solidFill>
                  <a:srgbClr val="333333"/>
                </a:solidFill>
              </a:rPr>
              <a:t>• APM instrumentation and trace coverage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000" y="4980000"/>
            <a:ext cx="55788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060"/>
                </a:solidFill>
              </a:rPr>
              <a:t>Process and governance gaps identified</a:t>
            </a:r>
          </a:p>
          <a:p>
            <a:r>
              <a:rPr sz="1200" b="0" i="0">
                <a:solidFill>
                  <a:srgbClr val="333333"/>
                </a:solidFill>
              </a:rPr>
              <a:t>• Ownership and governance model gaps</a:t>
            </a:r>
          </a:p>
          <a:p>
            <a:r>
              <a:rPr sz="1200" b="0" i="0">
                <a:solidFill>
                  <a:srgbClr val="333333"/>
                </a:solidFill>
              </a:rPr>
              <a:t>• Runbook quality and on-call effectiveness</a:t>
            </a:r>
          </a:p>
          <a:p>
            <a:r>
              <a:rPr sz="1200" b="0" i="0">
                <a:solidFill>
                  <a:srgbClr val="333333"/>
                </a:solidFill>
              </a:rPr>
              <a:t>• Absence of SLO-driven alerting practice</a:t>
            </a:r>
          </a:p>
          <a:p>
            <a:r>
              <a:rPr sz="1200" b="0" i="0">
                <a:solidFill>
                  <a:srgbClr val="333333"/>
                </a:solidFill>
              </a:rPr>
              <a:t>• Quick wins for immediate improvement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4-Week Assessment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2600000"/>
                <a:gridCol w="7277600"/>
              </a:tblGrid>
              <a:tr h="84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84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Discovery &amp; Landscape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Kick-off  ·  Engineering Workshop  ·  Access provisioning  ·  Platform landscape mapping  ·  Initial evidence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Technical Analysis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Operations Workshop  ·  Datadog deep-dive (monitors, APM, logs, SLOs)  ·  Azure Monitor review  ·  AKS / source code / CI/CD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4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Gap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Structured gap analysis across all domains  ·  Findings drafting  ·  Interim Findings Review with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Week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</a:rPr>
                        <a:t>Recommendations &amp; Delivery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Target architecture  ·  Roadmap  ·  Report finalisation  ·  Leadership Workshop (conditional)  ·  Final Presentation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680000"/>
            <a:ext cx="112776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46464"/>
                </a:solidFill>
              </a:rPr>
              <a:t>* Timeline is indicative. Client-side delays in Weeks 1–2 will be flagged by end of Week 2 with an updated delivery date.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Workshops and Toolset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5095696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202"/>
                <a:gridCol w="1783494"/>
              </a:tblGrid>
              <a:tr h="60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Workshop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Kick-off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Engineering Workshop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Operations / On-call 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Interim Findings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Week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Leadership Workshop (conditional)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Wk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</a:rPr>
                        <a:t>Final Delivery Presentation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Week 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52896" y="1380000"/>
            <a:ext cx="5981904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</a:rPr>
              <a:t>Toolset</a:t>
            </a:r>
          </a:p>
          <a:p/>
          <a:p>
            <a:r>
              <a:rPr sz="1300" b="1" i="0">
                <a:solidFill>
                  <a:srgbClr val="333333"/>
                </a:solidFill>
              </a:rPr>
              <a:t>Azure CLI + Portal</a:t>
            </a:r>
          </a:p>
          <a:p>
            <a:r>
              <a:rPr sz="1100" b="0" i="0">
                <a:solidFill>
                  <a:srgbClr val="505050"/>
                </a:solidFill>
              </a:rPr>
              <a:t>Diagnostic settings, Azure Monitor, Log Analytics, AKS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333333"/>
                </a:solidFill>
              </a:rPr>
              <a:t>Datadog API (read-only)</a:t>
            </a:r>
          </a:p>
          <a:p>
            <a:r>
              <a:rPr sz="1100" b="0" i="0">
                <a:solidFill>
                  <a:srgbClr val="505050"/>
                </a:solidFill>
              </a:rPr>
              <a:t>Programmatic export of monitors, dashboards, SLOs, APM, log indexes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333333"/>
                </a:solidFill>
              </a:rPr>
              <a:t>Datadog UI — Viewer role</a:t>
            </a:r>
          </a:p>
          <a:p>
            <a:r>
              <a:rPr sz="1100" b="0" i="0">
                <a:solidFill>
                  <a:srgbClr val="505050"/>
                </a:solidFill>
              </a:rPr>
              <a:t>Direct inspection and screenshot evidence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333333"/>
                </a:solidFill>
              </a:rPr>
              <a:t>Source code + CI/CD (read-only)</a:t>
            </a:r>
          </a:p>
          <a:p>
            <a:r>
              <a:rPr sz="1100" b="0" i="0">
                <a:solidFill>
                  <a:srgbClr val="505050"/>
                </a:solidFill>
              </a:rPr>
              <a:t>Instrumentation verification; observability-as-code assessment</a:t>
            </a:r>
          </a:p>
          <a:p>
            <a:pPr>
              <a:spcBef>
                <a:spcPts val="500"/>
              </a:spcBef>
            </a:pPr>
            <a:r>
              <a:rPr sz="1300" b="1" i="0">
                <a:solidFill>
                  <a:srgbClr val="333333"/>
                </a:solidFill>
              </a:rPr>
              <a:t>Claude — Anthropic AI</a:t>
            </a:r>
          </a:p>
          <a:p>
            <a:r>
              <a:rPr sz="1100" b="0" i="0">
                <a:solidFill>
                  <a:srgbClr val="505050"/>
                </a:solidFill>
              </a:rPr>
              <a:t>Evidence analysis, gap identification, report drafting — client confirmation required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RAID — Risks, Assumptions, Dependencies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/>
                <a:gridCol w="3800000"/>
                <a:gridCol w="4800000"/>
                <a:gridCol w="2227600"/>
              </a:tblGrid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Azure / Datadog access not provisioned by Week 1 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Timeline compresses or slips entirely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Key workshop participants unavailable or substituted with proxies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Findings based on assumptions; reduced accuracy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Client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SLA/SLO definitions, architecture docs, or incident records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Gap analysis lacks contractual grounding; findings understate severity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Platform scope larger than known — services discovered in Week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Gaps in unknown components go unassessed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IAM / security policies block required read-only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Domain coverage reduced; findings may be caveated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Single Datadog tenant complexity makes per-environment analysis difficult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Environment-specific gaps may go undetected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5555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AI tooling not cleared by Client data handling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Methodology revised mid-delivery; timeline extends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55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</a:rPr>
                        <a:t>R8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Delays in Weeks 1–2 compress analysis and delivery weeks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Report and architecture quality reduced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</a:rPr>
                        <a:t>Both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Dependencies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80000"/>
          <a:ext cx="11277600" cy="5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/>
                <a:gridCol w="2000000"/>
                <a:gridCol w="4077600"/>
              </a:tblGrid>
              <a:tr h="51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Dependency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Blocking?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Required by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Azure read-only access (Reader, Log Analytics, AKS Cluster User, Policy Reader)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Week 1, Day 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Datadog API Key + Application Key (read-only)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Week 1, Day 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Datadog Viewer role (UI access)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Week 1, Day 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Source code repository read access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In-scope subscription IDs list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Kick-off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AI tooling acceptable-use confirmation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Before Week 1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Named Engineering Workshop participants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Before Week 1 ends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Named Operations Workshop participants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B40000"/>
                          </a:solidFill>
                        </a:rPr>
                        <a:t>BLOCKING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Before Week 2</a:t>
                      </a:r>
                    </a:p>
                  </a:txBody>
                  <a:tcPr>
                    <a:solidFill>
                      <a:srgbClr val="FFE6E6"/>
                    </a:solidFill>
                  </a:tcPr>
                </a:tc>
              </a:tr>
              <a:tr h="510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SLA/SLO definitions + incident post-mortems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— To Close in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80000"/>
            <a:ext cx="112776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060"/>
                </a:solidFill>
              </a:rPr>
              <a:t>Actions required before Week 1 begins:</a:t>
            </a:r>
          </a:p>
          <a:p/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confirms or adjusts platform scope — tiers, regions, environments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confirms AI tooling acceptable-use policy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nominates named participants for Engineering and Operations workshops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names a single point of contact for access provisioning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provides list of in-scope Azure subscription IDs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Both parties agree access provisioning deadline — target: 2 business days post kick-off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Both parties confirm date and time for Week 1 Engineering Workshop</a:t>
            </a:r>
          </a:p>
          <a:p>
            <a:pPr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</a:rPr>
              <a:t>• Client confirms documentation owner for SLA/SLO definitions and incident records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itle 3">
            <a:extLst>
              <a:ext uri="{FF2B5EF4-FFF2-40B4-BE49-F238E27FC236}">
                <a16:creationId xmlns:a16="http://schemas.microsoft.com/office/drawing/2014/main" id="{35637735-0AFF-95BF-5FB2-41FE70A3B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EPAM Master 2023.5">
  <a:themeElements>
    <a:clrScheme name="EPAM 2023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418DFF"/>
      </a:accent2>
      <a:accent3>
        <a:srgbClr val="107E8D"/>
      </a:accent3>
      <a:accent4>
        <a:srgbClr val="8353D2"/>
      </a:accent4>
      <a:accent5>
        <a:srgbClr val="3055DA"/>
      </a:accent5>
      <a:accent6>
        <a:srgbClr val="009CBE"/>
      </a:accent6>
      <a:hlink>
        <a:srgbClr val="61E2BB"/>
      </a:hlink>
      <a:folHlink>
        <a:srgbClr val="03815B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square" lIns="0" tIns="0" rIns="0" bIns="0" rtlCol="0" anchor="ctr"/>
      <a:lstStyle>
        <a:defPPr algn="ctr">
          <a:defRPr sz="2400" dirty="0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algn="l">
          <a:defRPr dirty="0" smtClean="0"/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f2da59-f48f-4005-a713-c65239deea35" xsi:nil="true"/>
    <lcf76f155ced4ddcb4097134ff3c332f xmlns="0019d3f0-94fe-43d9-854f-0e56bf412b3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97758065B72741A1D97ACDA9927656" ma:contentTypeVersion="13" ma:contentTypeDescription="Create a new document." ma:contentTypeScope="" ma:versionID="9063b955d4448734904a65bcda4ab649">
  <xsd:schema xmlns:xsd="http://www.w3.org/2001/XMLSchema" xmlns:xs="http://www.w3.org/2001/XMLSchema" xmlns:p="http://schemas.microsoft.com/office/2006/metadata/properties" xmlns:ns2="0019d3f0-94fe-43d9-854f-0e56bf412b37" xmlns:ns3="ecf2da59-f48f-4005-a713-c65239deea35" targetNamespace="http://schemas.microsoft.com/office/2006/metadata/properties" ma:root="true" ma:fieldsID="eb9876916fc6f9cdd756db666e819499" ns2:_="" ns3:_="">
    <xsd:import namespace="0019d3f0-94fe-43d9-854f-0e56bf412b37"/>
    <xsd:import namespace="ecf2da59-f48f-4005-a713-c65239deea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19d3f0-94fe-43d9-854f-0e56bf412b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f2da59-f48f-4005-a713-c65239deea3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6957ec7-6b82-4f14-9c95-f92098e62396}" ma:internalName="TaxCatchAll" ma:showField="CatchAllData" ma:web="ecf2da59-f48f-4005-a713-c65239deea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5858D3-58F7-49D6-806A-650B625839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CCD4C4-285E-46F4-9646-21211AA7EDE6}">
  <ds:schemaRefs>
    <ds:schemaRef ds:uri="http://schemas.microsoft.com/office/2006/metadata/properties"/>
    <ds:schemaRef ds:uri="http://schemas.microsoft.com/office/infopath/2007/PartnerControls"/>
    <ds:schemaRef ds:uri="0019d3f0-94fe-43d9-854f-0e56bf412b37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ecf2da59-f48f-4005-a713-c65239deea35"/>
  </ds:schemaRefs>
</ds:datastoreItem>
</file>

<file path=customXml/itemProps3.xml><?xml version="1.0" encoding="utf-8"?>
<ds:datastoreItem xmlns:ds="http://schemas.openxmlformats.org/officeDocument/2006/customXml" ds:itemID="{B62827CA-D2A8-4C5C-92B6-140F4B3AA2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19d3f0-94fe-43d9-854f-0e56bf412b37"/>
    <ds:schemaRef ds:uri="ecf2da59-f48f-4005-a713-c65239deea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135</Words>
  <Application>Microsoft Macintosh PowerPoint</Application>
  <PresentationFormat>Widescreen</PresentationFormat>
  <Paragraphs>48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Bold</vt:lpstr>
      <vt:lpstr>Calibri Light</vt:lpstr>
      <vt:lpstr>Courier New</vt:lpstr>
      <vt:lpstr>Human Sans</vt:lpstr>
      <vt:lpstr>1_EPAM Master 2023.5</vt:lpstr>
      <vt:lpstr>Platform Observability Assessment  Kick-Off</vt:lpstr>
      <vt:lpstr>Problem Statement and Goals</vt:lpstr>
      <vt:lpstr>Problem Statement and Goals</vt:lpstr>
      <vt:lpstr>Scope</vt:lpstr>
      <vt:lpstr>Scope</vt:lpstr>
      <vt:lpstr>Scope Details</vt:lpstr>
      <vt:lpstr>EPAM Team</vt:lpstr>
      <vt:lpstr>Core Team (Epam)</vt:lpstr>
      <vt:lpstr>Timeline and Activities</vt:lpstr>
      <vt:lpstr>PowerPoint Presentation</vt:lpstr>
      <vt:lpstr>Prerequisites and Next Steps</vt:lpstr>
      <vt:lpstr>Prerequisites and Next Steps </vt:lpstr>
      <vt:lpstr>Dependencies</vt:lpstr>
      <vt:lpstr>Dependencies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Ilya Kuntsevich</dc:creator>
  <cp:lastModifiedBy>Artsiom Krot</cp:lastModifiedBy>
  <cp:revision>2</cp:revision>
  <dcterms:created xsi:type="dcterms:W3CDTF">2023-01-26T10:58:16Z</dcterms:created>
  <dcterms:modified xsi:type="dcterms:W3CDTF">2026-08-28T09:44:55Z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Name">
    <vt:lpwstr>EPAM_Confidential</vt:lpwstr>
  </property>
  <property fmtid="{D5CDD505-2E9C-101B-9397-08002B2CF9AE}" pid="3" name="MSIP_Label_2a535040-0af2-483f-adc3-a132c21e3e2b_ContentBits">
    <vt:lpwstr>0</vt:lpwstr>
  </property>
  <property fmtid="{D5CDD505-2E9C-101B-9397-08002B2CF9AE}" pid="4" name="MSIP_Label_2a535040-0af2-483f-adc3-a132c21e3e2b_SiteId">
    <vt:lpwstr>b41b72d0-4e9f-4c26-8a69-f949f367c91d</vt:lpwstr>
  </property>
  <property fmtid="{D5CDD505-2E9C-101B-9397-08002B2CF9AE}" pid="5" name="MSIP_Label_2a535040-0af2-483f-adc3-a132c21e3e2b_Method">
    <vt:lpwstr>Standard</vt:lpwstr>
  </property>
  <property fmtid="{D5CDD505-2E9C-101B-9397-08002B2CF9AE}" pid="6" name="MSIP_Label_2a535040-0af2-483f-adc3-a132c21e3e2b_ActionId">
    <vt:lpwstr>60a5568d-548c-4d61-a291-441c7ba052ba</vt:lpwstr>
  </property>
  <property fmtid="{D5CDD505-2E9C-101B-9397-08002B2CF9AE}" pid="7" name="MSIP_Label_2a535040-0af2-483f-adc3-a132c21e3e2b_Enabled">
    <vt:lpwstr>true</vt:lpwstr>
  </property>
  <property fmtid="{D5CDD505-2E9C-101B-9397-08002B2CF9AE}" pid="8" name="MSIP_Label_2a535040-0af2-483f-adc3-a132c21e3e2b_SetDate">
    <vt:lpwstr>2023-02-02T12:24:26Z</vt:lpwstr>
  </property>
  <property fmtid="{D5CDD505-2E9C-101B-9397-08002B2CF9AE}" pid="9" name="ContentTypeId">
    <vt:lpwstr>0x0101009197758065B72741A1D97ACDA9927656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bool>false</vt:bool>
  </property>
  <property fmtid="{D5CDD505-2E9C-101B-9397-08002B2CF9AE}" pid="17" name="SharedWithUsers">
    <vt:lpwstr>27;#Leila Zimenka</vt:lpwstr>
  </property>
</Properties>
</file>